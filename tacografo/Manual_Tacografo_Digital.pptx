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ção" id="{4a78e584-62ce-433b-42f2-f564a2f09b94}">
          <p14:sldIdLst>
            <p14:sldId id="256"/>
            <p14:sldId id="257"/>
            <p14:sldId id="258"/>
          </p14:sldIdLst>
        </p14:section>
        <p14:section name="Parte 1 · Cadastrar" id="{5e5794f4-9a50-7677-1aed-d4cba29d09cd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Parte 2 · Conectar" id="{609614bd-f9eb-4b89-97c3-094c37c5d967}">
          <p14:sldIdLst>
            <p14:sldId id="267"/>
            <p14:sldId id="268"/>
            <p14:sldId id="269"/>
            <p14:sldId id="270"/>
            <p14:sldId id="271"/>
            <p14:sldId id="272"/>
          </p14:sldIdLst>
        </p14:section>
        <p14:section name="Parte 3 · Desconectar" id="{3cb919d5-165d-68cf-df72-c89d919b47c2}">
          <p14:sldIdLst>
            <p14:sldId id="273"/>
            <p14:sldId id="274"/>
          </p14:sldIdLst>
        </p14:section>
        <p14:section name="Encerramento" id="{7aca9ac3-22ea-f973-d869-2d6ebc94b6b6}">
          <p14:sldIdLst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Olá! Neste manual, você vai aprender, passo a passo, a usar o tacógrafo digital do veículo para cadastrar um novo motorista, conectar o motorista antes de iniciar a viagem e desconectar ao final da jornada. É rápido e simples. Vamos lá?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Antes de começar, conheça o painel. Na tela inicial aparecem a velocidade do veículo, a data e a hora, o odômetro e, no canto direito, o código do motorista conectado. Abaixo da tela ficam quatro botões. O botão Voltar retorna à tela anterior. As setas para cima e para baixo navegam pelos menus e alteram os números. E o botão OK confirma a opção escolhida.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manual está dividido em três partes. Primeiro, como cadastrar um novo motorista na lista do tacógrafo, informando o código e a habilitação. Depois, como conectar o motorista antes de iniciar a viagem. E, por fim, como desconectar o motorista ao final da jornada.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Parte um: cadastrar um novo motorista. Esse procedimento é feito apenas uma vez para cada motorista que vai utilizar o veículo.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 o veículo parado, a partir da tela inicial, use as setas até aparecer a opção Gerenciamento da lista de motorista. Em seguida, pressione OK para entrar.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Dentro desse menu existem duas opções: Remover código do motorista, que exclui alguém da lista, e Cadastrar código do motorista, que inclui um novo motorista. Use as setas até a opção Cadastrar e pressione 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tacógrafo vai perguntar se deseja gravar a informação do motorista no BVDR. Escolha a resposta com as setas, de acordo com a orientação da sua empresa, e confirme com 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Agora, digite o código do motorista. Use as setas para escolher o número de cada dígito e pressione OK para passar para o próximo. Repita até completar o código. No exemplo, o código utilizado foi nove nove nove nove nove.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 sequência, aparece a tela Digite a habilitação do motorista. Informe o número da CNH usando o mesmo método: as setas escolhem o número e o OK avança para o próximo dígito, até preencher o campo inteiro.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tacógrafo mostra o código e o número da CNH digitados. Confira com atenção. Se estiver tudo certo, selecione Sim e pressione OK. Se houver algum erro, escolha Não e digite novamente.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Pronto! A mensagem Motorista cadastrado confirma que o novo motorista já faz parte da lista do tacógrafo. Pressione Voltar até retornar à tela inicial.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Parte dois: conectar o motorista. Faça isso sempre antes de iniciar a viagem, para que o tacógrafo registre a jornada no nome correto.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 tela inicial, use as setas até encontrar a opção Menu do motorista e pressione 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Dentro do Menu do motorista, navegue até a opção Conecte-se e pressione OK. Atenção para não confundir com a opção Viagem finalizada, que aparece logo ao lado.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tacógrafo oferece duas formas de identificação: Manual ou Lista de motoristas. Selecione a opção dois, Lista de motoristas, e pressione 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Aparece a lista com todos os motoristas cadastrados no veículo. Use as setas até destacar o seu código e pressione 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Confira o código e a CNH, selecione Sim e pressione OK. De volta à tela inicial, observe que o seu código agora aparece no canto direito. Isso indica que você está conectado e pronto para iniciar a viagem.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Parte três: desconectar o motorista, ao final da jornada de trabalho.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 tela inicial, use as setas até o Menu do motorista e pressione OK. O tacógrafo pergunta: Desconectar motorista? Selecione Sim e pressione OK. A mensagem Motorista desconectado confirma que a sua jornada foi encerrada.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Recapitulando: para cadastrar, acesse Gerenciamento da lista, escolha Cadastrar, informe o código e a CNH e confirme. Para conectar, vá ao Menu do motorista, escolha Conecte-se, depois Lista de motoristas, selecione o seu código e confirme. Para desconectar, vá ao Menu do motorista e confirme a desconexão. Lembre-se: faça tudo com o veículo parado e sempre confira o seu código na tela inicial antes de sair. Boa viagem!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SCURO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737360"/>
            <a:ext cx="804672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88920"/>
            <a:ext cx="80467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accent5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475488"/>
            <a:ext cx="82296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Manual do Tacógrafo Digital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image" Target="../media/image-16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jpg"/><Relationship Id="rId3" Type="http://schemas.openxmlformats.org/officeDocument/2006/relationships/image" Target="../media/image-19-3.jp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apa-foto" descr="/home/user/Manuais-de-uso/tacografo/prints/01_inicial.jpg">    </p:cNvPr>
          <p:cNvPicPr>
            <a:picLocks noChangeAspect="1"/>
          </p:cNvPicPr>
          <p:nvPr/>
        </p:nvPicPr>
        <p:blipFill>
          <a:blip r:embed="rId1">
            <a:alphaModFix amt="65000"/>
          </a:blip>
          <a:srcRect l="0" r="0" t="0" b="0"/>
          <a:stretch/>
        </p:blipFill>
        <p:spPr>
          <a:xfrm>
            <a:off x="4663440" y="0"/>
            <a:ext cx="4480560" cy="51435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123444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1"/>
                </a:solidFill>
              </a:rPr>
              <a:t>MANUAL DE USO</a:t>
            </a:r>
            <a:endParaRPr lang="en-US" sz="1400" dirty="0"/>
          </a:p>
        </p:txBody>
      </p:sp>
      <p:sp>
        <p:nvSpPr>
          <p:cNvPr id="5" name="titulo-capa"/>
          <p:cNvSpPr txBox="1"/>
          <p:nvPr/>
        </p:nvSpPr>
        <p:spPr>
          <a:xfrm>
            <a:off x="548640" y="1737360"/>
            <a:ext cx="3931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Tacógrafo Digital</a:t>
            </a:r>
            <a:endParaRPr lang="en-US" sz="36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548640" y="2788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Como cadastrar, conectar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e desconectar o motorista</a:t>
            </a:r>
            <a:endParaRPr lang="en-US" sz="2000" dirty="0"/>
          </a:p>
        </p:txBody>
      </p:sp>
      <p:sp>
        <p:nvSpPr>
          <p:cNvPr id="7" name="Text 0"/>
          <p:cNvSpPr/>
          <p:nvPr>
            <p:ph idx="100" type="title" hasCustomPrompt="1"/>
          </p:nvPr>
        </p:nvSpPr>
        <p:spPr>
          <a:xfrm>
            <a:off x="548640" y="173736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754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Conheça o painel</a:t>
            </a:r>
            <a:endParaRPr lang="en-US" sz="2800" dirty="0"/>
          </a:p>
        </p:txBody>
      </p:sp>
      <p:sp>
        <p:nvSpPr>
          <p:cNvPr id="4" name="kicker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ANTES DE COMEÇAR</a:t>
            </a:r>
            <a:endParaRPr lang="en-US" sz="1200" dirty="0"/>
          </a:p>
        </p:txBody>
      </p:sp>
      <p:sp>
        <p:nvSpPr>
          <p:cNvPr id="5" name="tela-inicial-moldura"/>
          <p:cNvSpPr/>
          <p:nvPr/>
        </p:nvSpPr>
        <p:spPr>
          <a:xfrm>
            <a:off x="402336" y="1225296"/>
            <a:ext cx="4681728" cy="2681478"/>
          </a:xfrm>
          <a:prstGeom prst="roundRect">
            <a:avLst>
              <a:gd name="adj" fmla="val 2728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6" name="tela-inicial" descr="/home/user/Manuais-de-uso/tacografo/prints/01_inicia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4572000" cy="257175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394960" y="12344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TELA INICIAL</a:t>
            </a:r>
            <a:endParaRPr lang="en-US" sz="1200" dirty="0"/>
          </a:p>
        </p:txBody>
      </p:sp>
      <p:sp>
        <p:nvSpPr>
          <p:cNvPr id="8" name="campos"/>
          <p:cNvSpPr txBox="1"/>
          <p:nvPr/>
        </p:nvSpPr>
        <p:spPr>
          <a:xfrm>
            <a:off x="5394960" y="1554480"/>
            <a:ext cx="3291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5711A"/>
                </a:solidFill>
              </a:rPr>
              <a:t>000 km/h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F2933"/>
                </a:solidFill>
              </a:rPr>
              <a:t>Velocidade atual do veículo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B5711A"/>
                </a:solidFill>
              </a:rPr>
              <a:t>Data e hora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F2933"/>
                </a:solidFill>
              </a:rPr>
              <a:t>Relógio do equipamento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B5711A"/>
                </a:solidFill>
              </a:rPr>
              <a:t>Odômetro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F2933"/>
                </a:solidFill>
              </a:rPr>
              <a:t>Quilometragem total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B5711A"/>
                </a:solidFill>
              </a:rPr>
              <a:t>Código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F2933"/>
                </a:solidFill>
              </a:rPr>
              <a:t>Motorista conectado no momento</a:t>
            </a:r>
            <a:endParaRPr lang="en-US" sz="1400" dirty="0"/>
          </a:p>
        </p:txBody>
      </p:sp>
      <p:sp>
        <p:nvSpPr>
          <p:cNvPr id="9" name="botao-0"/>
          <p:cNvSpPr/>
          <p:nvPr/>
        </p:nvSpPr>
        <p:spPr>
          <a:xfrm>
            <a:off x="457200" y="4069080"/>
            <a:ext cx="868680" cy="384048"/>
          </a:xfrm>
          <a:prstGeom prst="roundRect">
            <a:avLst>
              <a:gd name="adj" fmla="val 19048"/>
            </a:avLst>
          </a:prstGeom>
          <a:solidFill>
            <a:schemeClr val="accent2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457200" y="406908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VOLTAR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1417320" y="4005072"/>
            <a:ext cx="1783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Volta à tela anterior</a:t>
            </a:r>
            <a:endParaRPr lang="en-US" sz="1200" dirty="0"/>
          </a:p>
        </p:txBody>
      </p:sp>
      <p:sp>
        <p:nvSpPr>
          <p:cNvPr id="12" name="botao-1"/>
          <p:cNvSpPr/>
          <p:nvPr/>
        </p:nvSpPr>
        <p:spPr>
          <a:xfrm>
            <a:off x="3246120" y="4069080"/>
            <a:ext cx="868680" cy="384048"/>
          </a:xfrm>
          <a:prstGeom prst="roundRect">
            <a:avLst>
              <a:gd name="adj" fmla="val 19048"/>
            </a:avLst>
          </a:prstGeom>
          <a:solidFill>
            <a:schemeClr val="accent2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3246120" y="406908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 ▼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206240" y="4005072"/>
            <a:ext cx="1783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Navegam pelos menus e alteram dígitos</a:t>
            </a:r>
            <a:endParaRPr lang="en-US" sz="1200" dirty="0"/>
          </a:p>
        </p:txBody>
      </p:sp>
      <p:sp>
        <p:nvSpPr>
          <p:cNvPr id="15" name="botao-2"/>
          <p:cNvSpPr/>
          <p:nvPr/>
        </p:nvSpPr>
        <p:spPr>
          <a:xfrm>
            <a:off x="6035040" y="4069080"/>
            <a:ext cx="868680" cy="384048"/>
          </a:xfrm>
          <a:prstGeom prst="roundRect">
            <a:avLst>
              <a:gd name="adj" fmla="val 19048"/>
            </a:avLst>
          </a:prstGeom>
          <a:solidFill>
            <a:schemeClr val="accent2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6035040" y="406908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6995160" y="4005072"/>
            <a:ext cx="1783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Confirma a opção ou avança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754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você vai aprender</a:t>
            </a:r>
            <a:endParaRPr lang="en-US" sz="2800" dirty="0"/>
          </a:p>
        </p:txBody>
      </p:sp>
      <p:sp>
        <p:nvSpPr>
          <p:cNvPr id="4" name="kicker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VISÃO GERAL</a:t>
            </a:r>
            <a:endParaRPr lang="en-US" sz="1200" dirty="0"/>
          </a:p>
        </p:txBody>
      </p:sp>
      <p:sp>
        <p:nvSpPr>
          <p:cNvPr id="5" name="cartao-1"/>
          <p:cNvSpPr/>
          <p:nvPr/>
        </p:nvSpPr>
        <p:spPr>
          <a:xfrm>
            <a:off x="457200" y="1371600"/>
            <a:ext cx="2560320" cy="301752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/>
        </p:spPr>
      </p:sp>
      <p:sp>
        <p:nvSpPr>
          <p:cNvPr id="6" name="num-1"/>
          <p:cNvSpPr/>
          <p:nvPr/>
        </p:nvSpPr>
        <p:spPr>
          <a:xfrm>
            <a:off x="731520" y="164592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31520" y="16459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7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5603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Cadastrar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3063240"/>
            <a:ext cx="2057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Incluir um novo motorista na lista do tacógrafo, com código e CNH</a:t>
            </a:r>
            <a:endParaRPr lang="en-US" sz="1400" dirty="0"/>
          </a:p>
        </p:txBody>
      </p:sp>
      <p:sp>
        <p:nvSpPr>
          <p:cNvPr id="10" name="cartao-2"/>
          <p:cNvSpPr/>
          <p:nvPr/>
        </p:nvSpPr>
        <p:spPr>
          <a:xfrm>
            <a:off x="3291840" y="1371600"/>
            <a:ext cx="2560320" cy="301752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/>
        </p:spPr>
      </p:sp>
      <p:sp>
        <p:nvSpPr>
          <p:cNvPr id="11" name="num-2"/>
          <p:cNvSpPr/>
          <p:nvPr/>
        </p:nvSpPr>
        <p:spPr>
          <a:xfrm>
            <a:off x="3566160" y="164592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3566160" y="16459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700" dirty="0"/>
          </a:p>
        </p:txBody>
      </p:sp>
      <p:sp>
        <p:nvSpPr>
          <p:cNvPr id="13" name="Text 10"/>
          <p:cNvSpPr txBox="1"/>
          <p:nvPr/>
        </p:nvSpPr>
        <p:spPr>
          <a:xfrm>
            <a:off x="3566160" y="25603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Conectar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3566160" y="3063240"/>
            <a:ext cx="2057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Identificar o motorista antes de iniciar a viagem</a:t>
            </a:r>
            <a:endParaRPr lang="en-US" sz="1400" dirty="0"/>
          </a:p>
        </p:txBody>
      </p:sp>
      <p:sp>
        <p:nvSpPr>
          <p:cNvPr id="15" name="cartao-3"/>
          <p:cNvSpPr/>
          <p:nvPr/>
        </p:nvSpPr>
        <p:spPr>
          <a:xfrm>
            <a:off x="6126480" y="1371600"/>
            <a:ext cx="2560320" cy="301752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/>
        </p:spPr>
      </p:sp>
      <p:sp>
        <p:nvSpPr>
          <p:cNvPr id="16" name="num-3"/>
          <p:cNvSpPr/>
          <p:nvPr/>
        </p:nvSpPr>
        <p:spPr>
          <a:xfrm>
            <a:off x="6400800" y="164592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400800" y="16459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7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0" y="25603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Desconectar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0" y="3063240"/>
            <a:ext cx="2057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Encerrar a identificação ao final da jornada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12344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1"/>
                </a:solidFill>
              </a:rPr>
              <a:t>PARTE 1</a:t>
            </a:r>
            <a:endParaRPr lang="en-US" sz="14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173736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Cadastrar um novo motorista</a:t>
            </a:r>
            <a:endParaRPr lang="en-US" sz="40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548640" y="2788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Feito uma única vez para cada motorista</a:t>
            </a:r>
            <a:endParaRPr lang="en-US" sz="2000" dirty="0"/>
          </a:p>
        </p:txBody>
      </p:sp>
      <p:sp>
        <p:nvSpPr>
          <p:cNvPr id="6" name="numero-parte"/>
          <p:cNvSpPr/>
          <p:nvPr/>
        </p:nvSpPr>
        <p:spPr>
          <a:xfrm>
            <a:off x="7498080" y="3566160"/>
            <a:ext cx="1005840" cy="10058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498080" y="356616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7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3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754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Acesse o gerenciamento da lista</a:t>
            </a:r>
            <a:endParaRPr lang="en-US" sz="2800" dirty="0"/>
          </a:p>
        </p:txBody>
      </p:sp>
      <p:sp>
        <p:nvSpPr>
          <p:cNvPr id="4" name="kicker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CADASTRAR · PASSO 1</a:t>
            </a:r>
            <a:endParaRPr lang="en-US" sz="1200" dirty="0"/>
          </a:p>
        </p:txBody>
      </p:sp>
      <p:sp>
        <p:nvSpPr>
          <p:cNvPr id="5" name="print-moldura"/>
          <p:cNvSpPr/>
          <p:nvPr/>
        </p:nvSpPr>
        <p:spPr>
          <a:xfrm>
            <a:off x="402336" y="1271016"/>
            <a:ext cx="5230368" cy="2990088"/>
          </a:xfrm>
          <a:prstGeom prst="roundRect">
            <a:avLst>
              <a:gd name="adj" fmla="val 2446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6" name="print" descr="/home/user/Manuais-de-uso/tacografo/prints/02_gerenciament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25880"/>
            <a:ext cx="5120640" cy="2880360"/>
          </a:xfrm>
          <a:prstGeom prst="rect">
            <a:avLst/>
          </a:prstGeom>
        </p:spPr>
      </p:pic>
      <p:sp>
        <p:nvSpPr>
          <p:cNvPr id="7" name="num-passo"/>
          <p:cNvSpPr/>
          <p:nvPr/>
        </p:nvSpPr>
        <p:spPr>
          <a:xfrm>
            <a:off x="5943600" y="132588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5943600" y="13258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100" dirty="0"/>
          </a:p>
        </p:txBody>
      </p:sp>
      <p:sp>
        <p:nvSpPr>
          <p:cNvPr id="9" name="instrucoes"/>
          <p:cNvSpPr txBox="1"/>
          <p:nvPr/>
        </p:nvSpPr>
        <p:spPr>
          <a:xfrm>
            <a:off x="5943600" y="2057400"/>
            <a:ext cx="27432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Com o veículo parado, na tela inicial, use ▲ ou ▼ até aparecer GERENCIAMENTO DA LISTA DE MOTORISTA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Pressione OK para entrar</a:t>
            </a:r>
            <a:endParaRPr lang="en-US" sz="1500" dirty="0"/>
          </a:p>
        </p:txBody>
      </p:sp>
      <p:sp>
        <p:nvSpPr>
          <p:cNvPr id="10" name="botao-0"/>
          <p:cNvSpPr/>
          <p:nvPr/>
        </p:nvSpPr>
        <p:spPr>
          <a:xfrm>
            <a:off x="5943600" y="3931920"/>
            <a:ext cx="502920" cy="384048"/>
          </a:xfrm>
          <a:prstGeom prst="roundRect">
            <a:avLst>
              <a:gd name="adj" fmla="val 19048"/>
            </a:avLst>
          </a:prstGeom>
          <a:solidFill>
            <a:schemeClr val="accent2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5943600" y="393192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</a:t>
            </a:r>
            <a:endParaRPr lang="en-US" sz="1400" dirty="0"/>
          </a:p>
        </p:txBody>
      </p:sp>
      <p:sp>
        <p:nvSpPr>
          <p:cNvPr id="12" name="botao-1"/>
          <p:cNvSpPr/>
          <p:nvPr/>
        </p:nvSpPr>
        <p:spPr>
          <a:xfrm>
            <a:off x="6556248" y="3931920"/>
            <a:ext cx="502920" cy="384048"/>
          </a:xfrm>
          <a:prstGeom prst="roundRect">
            <a:avLst>
              <a:gd name="adj" fmla="val 19048"/>
            </a:avLst>
          </a:prstGeom>
          <a:solidFill>
            <a:schemeClr val="accent2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6556248" y="393192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1400" dirty="0"/>
          </a:p>
        </p:txBody>
      </p:sp>
      <p:sp>
        <p:nvSpPr>
          <p:cNvPr id="14" name="botao-2"/>
          <p:cNvSpPr/>
          <p:nvPr/>
        </p:nvSpPr>
        <p:spPr>
          <a:xfrm>
            <a:off x="7168896" y="3931920"/>
            <a:ext cx="502920" cy="384048"/>
          </a:xfrm>
          <a:prstGeom prst="roundRect">
            <a:avLst>
              <a:gd name="adj" fmla="val 19048"/>
            </a:avLst>
          </a:prstGeom>
          <a:solidFill>
            <a:schemeClr val="accent2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7168896" y="393192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754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Escolha Cadastrar código do motorista</a:t>
            </a:r>
            <a:endParaRPr lang="en-US" sz="2800" dirty="0"/>
          </a:p>
        </p:txBody>
      </p:sp>
      <p:sp>
        <p:nvSpPr>
          <p:cNvPr id="4" name="kicker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CADASTRAR · PASSO 2</a:t>
            </a:r>
            <a:endParaRPr lang="en-US" sz="1200" dirty="0"/>
          </a:p>
        </p:txBody>
      </p:sp>
      <p:sp>
        <p:nvSpPr>
          <p:cNvPr id="5" name="print-1-moldura"/>
          <p:cNvSpPr/>
          <p:nvPr/>
        </p:nvSpPr>
        <p:spPr>
          <a:xfrm>
            <a:off x="402336" y="1225296"/>
            <a:ext cx="4041648" cy="2322576"/>
          </a:xfrm>
          <a:prstGeom prst="roundRect">
            <a:avLst>
              <a:gd name="adj" fmla="val 3150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6" name="print-1" descr="/home/user/Manuais-de-uso/tacografo/prints/03_remov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3931920" cy="221284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57200" y="35661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Remover: exclui um motorista da lista</a:t>
            </a:r>
            <a:endParaRPr lang="en-US" sz="1200" dirty="0"/>
          </a:p>
        </p:txBody>
      </p:sp>
      <p:sp>
        <p:nvSpPr>
          <p:cNvPr id="8" name="print-2-moldura"/>
          <p:cNvSpPr/>
          <p:nvPr/>
        </p:nvSpPr>
        <p:spPr>
          <a:xfrm>
            <a:off x="4700016" y="1225296"/>
            <a:ext cx="4041648" cy="2322576"/>
          </a:xfrm>
          <a:prstGeom prst="roundRect">
            <a:avLst>
              <a:gd name="adj" fmla="val 3150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9" name="print-2" descr="/home/user/Manuais-de-uso/tacografo/prints/04_cadastrar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280160"/>
            <a:ext cx="3931920" cy="2212848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4754880" y="35661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Cadastrar: inclui um novo motorista</a:t>
            </a:r>
            <a:endParaRPr lang="en-US" sz="1200" dirty="0"/>
          </a:p>
        </p:txBody>
      </p:sp>
      <p:sp>
        <p:nvSpPr>
          <p:cNvPr id="11" name="num-passo"/>
          <p:cNvSpPr/>
          <p:nvPr/>
        </p:nvSpPr>
        <p:spPr>
          <a:xfrm>
            <a:off x="457200" y="397764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Text 7"/>
          <p:cNvSpPr txBox="1"/>
          <p:nvPr/>
        </p:nvSpPr>
        <p:spPr>
          <a:xfrm>
            <a:off x="457200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900" dirty="0"/>
          </a:p>
        </p:txBody>
      </p:sp>
      <p:sp>
        <p:nvSpPr>
          <p:cNvPr id="13" name="instrucoes"/>
          <p:cNvSpPr txBox="1"/>
          <p:nvPr/>
        </p:nvSpPr>
        <p:spPr>
          <a:xfrm>
            <a:off x="1143000" y="3931920"/>
            <a:ext cx="5394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Dentro do menu há duas opções: REMOVER e CADASTRAR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Use ▲ ou ▼ até CADASTRAR CÓDIGO DO MOTORISTA e pressione OK</a:t>
            </a:r>
            <a:endParaRPr lang="en-US" sz="1400" dirty="0"/>
          </a:p>
        </p:txBody>
      </p:sp>
      <p:sp>
        <p:nvSpPr>
          <p:cNvPr id="14" name="botao-0"/>
          <p:cNvSpPr/>
          <p:nvPr/>
        </p:nvSpPr>
        <p:spPr>
          <a:xfrm>
            <a:off x="6958584" y="4069080"/>
            <a:ext cx="502920" cy="384048"/>
          </a:xfrm>
          <a:prstGeom prst="roundRect">
            <a:avLst>
              <a:gd name="adj" fmla="val 19048"/>
            </a:avLst>
          </a:prstGeom>
          <a:solidFill>
            <a:schemeClr val="accent2"/>
          </a:solidFill>
          <a:ln/>
        </p:spPr>
      </p:sp>
      <p:sp>
        <p:nvSpPr>
          <p:cNvPr id="15" name="Text 10"/>
          <p:cNvSpPr txBox="1"/>
          <p:nvPr/>
        </p:nvSpPr>
        <p:spPr>
          <a:xfrm>
            <a:off x="6958584" y="406908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</a:t>
            </a:r>
            <a:endParaRPr lang="en-US" sz="1400" dirty="0"/>
          </a:p>
        </p:txBody>
      </p:sp>
      <p:sp>
        <p:nvSpPr>
          <p:cNvPr id="16" name="botao-1"/>
          <p:cNvSpPr/>
          <p:nvPr/>
        </p:nvSpPr>
        <p:spPr>
          <a:xfrm>
            <a:off x="7571232" y="4069080"/>
            <a:ext cx="502920" cy="384048"/>
          </a:xfrm>
          <a:prstGeom prst="roundRect">
            <a:avLst>
              <a:gd name="adj" fmla="val 19048"/>
            </a:avLst>
          </a:prstGeom>
          <a:solidFill>
            <a:schemeClr val="accent2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7571232" y="406908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1400" dirty="0"/>
          </a:p>
        </p:txBody>
      </p:sp>
      <p:sp>
        <p:nvSpPr>
          <p:cNvPr id="18" name="botao-2"/>
          <p:cNvSpPr/>
          <p:nvPr/>
        </p:nvSpPr>
        <p:spPr>
          <a:xfrm>
            <a:off x="8183880" y="4069080"/>
            <a:ext cx="502920" cy="384048"/>
          </a:xfrm>
          <a:prstGeom prst="roundRect">
            <a:avLst>
              <a:gd name="adj" fmla="val 19048"/>
            </a:avLst>
          </a:prstGeom>
          <a:solidFill>
            <a:schemeClr val="accent2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8183880" y="406908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754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Gravar informação no BVDR</a:t>
            </a:r>
            <a:endParaRPr lang="en-US" sz="2800" dirty="0"/>
          </a:p>
        </p:txBody>
      </p:sp>
      <p:sp>
        <p:nvSpPr>
          <p:cNvPr id="4" name="kicker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CADASTRAR · PASSO 3</a:t>
            </a:r>
            <a:endParaRPr lang="en-US" sz="1200" dirty="0"/>
          </a:p>
        </p:txBody>
      </p:sp>
      <p:sp>
        <p:nvSpPr>
          <p:cNvPr id="5" name="print-moldura"/>
          <p:cNvSpPr/>
          <p:nvPr/>
        </p:nvSpPr>
        <p:spPr>
          <a:xfrm>
            <a:off x="402336" y="1271016"/>
            <a:ext cx="5230368" cy="2990088"/>
          </a:xfrm>
          <a:prstGeom prst="roundRect">
            <a:avLst>
              <a:gd name="adj" fmla="val 2446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6" name="print" descr="/home/user/Manuais-de-uso/tacografo/prints/05_bvd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25880"/>
            <a:ext cx="5120640" cy="2880360"/>
          </a:xfrm>
          <a:prstGeom prst="rect">
            <a:avLst/>
          </a:prstGeom>
        </p:spPr>
      </p:pic>
      <p:sp>
        <p:nvSpPr>
          <p:cNvPr id="7" name="num-passo"/>
          <p:cNvSpPr/>
          <p:nvPr/>
        </p:nvSpPr>
        <p:spPr>
          <a:xfrm>
            <a:off x="5943600" y="132588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5943600" y="13258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100" dirty="0"/>
          </a:p>
        </p:txBody>
      </p:sp>
      <p:sp>
        <p:nvSpPr>
          <p:cNvPr id="9" name="instrucoes"/>
          <p:cNvSpPr txBox="1"/>
          <p:nvPr/>
        </p:nvSpPr>
        <p:spPr>
          <a:xfrm>
            <a:off x="5943600" y="2057400"/>
            <a:ext cx="27432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O tacógrafo pergunta: GRAVAR INFORMAÇÃO DO MOTORISTA NO BVDR?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Escolha NÃO ou SIM com ▲ ou ▼, conforme a orientação da empresa, e pressione OK</a:t>
            </a:r>
            <a:endParaRPr lang="en-US" sz="1500" dirty="0"/>
          </a:p>
        </p:txBody>
      </p:sp>
      <p:sp>
        <p:nvSpPr>
          <p:cNvPr id="10" name="botao-0"/>
          <p:cNvSpPr/>
          <p:nvPr/>
        </p:nvSpPr>
        <p:spPr>
          <a:xfrm>
            <a:off x="5943600" y="3931920"/>
            <a:ext cx="502920" cy="384048"/>
          </a:xfrm>
          <a:prstGeom prst="roundRect">
            <a:avLst>
              <a:gd name="adj" fmla="val 19048"/>
            </a:avLst>
          </a:prstGeom>
          <a:solidFill>
            <a:schemeClr val="accent2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5943600" y="393192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</a:t>
            </a:r>
            <a:endParaRPr lang="en-US" sz="1400" dirty="0"/>
          </a:p>
        </p:txBody>
      </p:sp>
      <p:sp>
        <p:nvSpPr>
          <p:cNvPr id="12" name="botao-1"/>
          <p:cNvSpPr/>
          <p:nvPr/>
        </p:nvSpPr>
        <p:spPr>
          <a:xfrm>
            <a:off x="6556248" y="3931920"/>
            <a:ext cx="502920" cy="384048"/>
          </a:xfrm>
          <a:prstGeom prst="roundRect">
            <a:avLst>
              <a:gd name="adj" fmla="val 19048"/>
            </a:avLst>
          </a:prstGeom>
          <a:solidFill>
            <a:schemeClr val="accent2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6556248" y="393192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1400" dirty="0"/>
          </a:p>
        </p:txBody>
      </p:sp>
      <p:sp>
        <p:nvSpPr>
          <p:cNvPr id="14" name="botao-2"/>
          <p:cNvSpPr/>
          <p:nvPr/>
        </p:nvSpPr>
        <p:spPr>
          <a:xfrm>
            <a:off x="7168896" y="3931920"/>
            <a:ext cx="502920" cy="384048"/>
          </a:xfrm>
          <a:prstGeom prst="roundRect">
            <a:avLst>
              <a:gd name="adj" fmla="val 19048"/>
            </a:avLst>
          </a:prstGeom>
          <a:solidFill>
            <a:schemeClr val="accent2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7168896" y="393192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754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Digite o código do motorista</a:t>
            </a:r>
            <a:endParaRPr lang="en-US" sz="2800" dirty="0"/>
          </a:p>
        </p:txBody>
      </p:sp>
      <p:sp>
        <p:nvSpPr>
          <p:cNvPr id="4" name="kicker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CADASTRAR · PASSO 4</a:t>
            </a:r>
            <a:endParaRPr lang="en-US" sz="1200" dirty="0"/>
          </a:p>
        </p:txBody>
      </p:sp>
      <p:sp>
        <p:nvSpPr>
          <p:cNvPr id="5" name="print-moldura"/>
          <p:cNvSpPr/>
          <p:nvPr/>
        </p:nvSpPr>
        <p:spPr>
          <a:xfrm>
            <a:off x="402336" y="1271016"/>
            <a:ext cx="5230368" cy="2990088"/>
          </a:xfrm>
          <a:prstGeom prst="roundRect">
            <a:avLst>
              <a:gd name="adj" fmla="val 2446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6" name="print" descr="/home/user/Manuais-de-uso/tacografo/prints/06_codig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25880"/>
            <a:ext cx="5120640" cy="2880360"/>
          </a:xfrm>
          <a:prstGeom prst="rect">
            <a:avLst/>
          </a:prstGeom>
        </p:spPr>
      </p:pic>
      <p:sp>
        <p:nvSpPr>
          <p:cNvPr id="7" name="num-passo"/>
          <p:cNvSpPr/>
          <p:nvPr/>
        </p:nvSpPr>
        <p:spPr>
          <a:xfrm>
            <a:off x="5943600" y="132588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5943600" y="13258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100" dirty="0"/>
          </a:p>
        </p:txBody>
      </p:sp>
      <p:sp>
        <p:nvSpPr>
          <p:cNvPr id="9" name="instrucoes"/>
          <p:cNvSpPr txBox="1"/>
          <p:nvPr/>
        </p:nvSpPr>
        <p:spPr>
          <a:xfrm>
            <a:off x="5943600" y="2057400"/>
            <a:ext cx="27432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Use ▲ ou ▼ para escolher o número de cada dígito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Pressione OK para passar ao próximo dígito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Repita até completar o código (no exemplo, 99999)</a:t>
            </a:r>
            <a:endParaRPr lang="en-US" sz="1500" dirty="0"/>
          </a:p>
        </p:txBody>
      </p:sp>
      <p:sp>
        <p:nvSpPr>
          <p:cNvPr id="10" name="botao-0"/>
          <p:cNvSpPr/>
          <p:nvPr/>
        </p:nvSpPr>
        <p:spPr>
          <a:xfrm>
            <a:off x="5943600" y="3931920"/>
            <a:ext cx="502920" cy="384048"/>
          </a:xfrm>
          <a:prstGeom prst="roundRect">
            <a:avLst>
              <a:gd name="adj" fmla="val 19048"/>
            </a:avLst>
          </a:prstGeom>
          <a:solidFill>
            <a:schemeClr val="accent2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5943600" y="393192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</a:t>
            </a:r>
            <a:endParaRPr lang="en-US" sz="1400" dirty="0"/>
          </a:p>
        </p:txBody>
      </p:sp>
      <p:sp>
        <p:nvSpPr>
          <p:cNvPr id="12" name="botao-1"/>
          <p:cNvSpPr/>
          <p:nvPr/>
        </p:nvSpPr>
        <p:spPr>
          <a:xfrm>
            <a:off x="6556248" y="3931920"/>
            <a:ext cx="502920" cy="384048"/>
          </a:xfrm>
          <a:prstGeom prst="roundRect">
            <a:avLst>
              <a:gd name="adj" fmla="val 19048"/>
            </a:avLst>
          </a:prstGeom>
          <a:solidFill>
            <a:schemeClr val="accent2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6556248" y="393192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1400" dirty="0"/>
          </a:p>
        </p:txBody>
      </p:sp>
      <p:sp>
        <p:nvSpPr>
          <p:cNvPr id="14" name="botao-2"/>
          <p:cNvSpPr/>
          <p:nvPr/>
        </p:nvSpPr>
        <p:spPr>
          <a:xfrm>
            <a:off x="7168896" y="3931920"/>
            <a:ext cx="502920" cy="384048"/>
          </a:xfrm>
          <a:prstGeom prst="roundRect">
            <a:avLst>
              <a:gd name="adj" fmla="val 19048"/>
            </a:avLst>
          </a:prstGeom>
          <a:solidFill>
            <a:schemeClr val="accent2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7168896" y="393192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754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Digite o número da CNH</a:t>
            </a:r>
            <a:endParaRPr lang="en-US" sz="2800" dirty="0"/>
          </a:p>
        </p:txBody>
      </p:sp>
      <p:sp>
        <p:nvSpPr>
          <p:cNvPr id="4" name="kicker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CADASTRAR · PASSO 5</a:t>
            </a:r>
            <a:endParaRPr lang="en-US" sz="1200" dirty="0"/>
          </a:p>
        </p:txBody>
      </p:sp>
      <p:sp>
        <p:nvSpPr>
          <p:cNvPr id="5" name="print-1-moldura"/>
          <p:cNvSpPr/>
          <p:nvPr/>
        </p:nvSpPr>
        <p:spPr>
          <a:xfrm>
            <a:off x="402336" y="1225296"/>
            <a:ext cx="4041648" cy="2322576"/>
          </a:xfrm>
          <a:prstGeom prst="roundRect">
            <a:avLst>
              <a:gd name="adj" fmla="val 3150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6" name="print-1" descr="/home/user/Manuais-de-uso/tacografo/prints/07_cnh_vazi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3931920" cy="221284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57200" y="35661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Campo da CNH vazio</a:t>
            </a:r>
            <a:endParaRPr lang="en-US" sz="1200" dirty="0"/>
          </a:p>
        </p:txBody>
      </p:sp>
      <p:sp>
        <p:nvSpPr>
          <p:cNvPr id="8" name="print-2-moldura"/>
          <p:cNvSpPr/>
          <p:nvPr/>
        </p:nvSpPr>
        <p:spPr>
          <a:xfrm>
            <a:off x="4700016" y="1225296"/>
            <a:ext cx="4041648" cy="2322576"/>
          </a:xfrm>
          <a:prstGeom prst="roundRect">
            <a:avLst>
              <a:gd name="adj" fmla="val 3150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9" name="print-2" descr="/home/user/Manuais-de-uso/tacografo/prints/08_cnh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280160"/>
            <a:ext cx="3931920" cy="2212848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4754880" y="35661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CNH preenchida</a:t>
            </a:r>
            <a:endParaRPr lang="en-US" sz="1200" dirty="0"/>
          </a:p>
        </p:txBody>
      </p:sp>
      <p:sp>
        <p:nvSpPr>
          <p:cNvPr id="11" name="num-passo"/>
          <p:cNvSpPr/>
          <p:nvPr/>
        </p:nvSpPr>
        <p:spPr>
          <a:xfrm>
            <a:off x="457200" y="397764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Text 7"/>
          <p:cNvSpPr txBox="1"/>
          <p:nvPr/>
        </p:nvSpPr>
        <p:spPr>
          <a:xfrm>
            <a:off x="457200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900" dirty="0"/>
          </a:p>
        </p:txBody>
      </p:sp>
      <p:sp>
        <p:nvSpPr>
          <p:cNvPr id="13" name="instrucoes"/>
          <p:cNvSpPr txBox="1"/>
          <p:nvPr/>
        </p:nvSpPr>
        <p:spPr>
          <a:xfrm>
            <a:off x="1143000" y="3931920"/>
            <a:ext cx="5394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Na tela DIGITE A HABILITAÇÃO DO MOTORISTA, informe o número da CNH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Mesmo método: ▲ ▼ escolhem o número e OK avança o dígito</a:t>
            </a:r>
            <a:endParaRPr lang="en-US" sz="1400" dirty="0"/>
          </a:p>
        </p:txBody>
      </p:sp>
      <p:sp>
        <p:nvSpPr>
          <p:cNvPr id="14" name="botao-0"/>
          <p:cNvSpPr/>
          <p:nvPr/>
        </p:nvSpPr>
        <p:spPr>
          <a:xfrm>
            <a:off x="6958584" y="4069080"/>
            <a:ext cx="502920" cy="384048"/>
          </a:xfrm>
          <a:prstGeom prst="roundRect">
            <a:avLst>
              <a:gd name="adj" fmla="val 19048"/>
            </a:avLst>
          </a:prstGeom>
          <a:solidFill>
            <a:schemeClr val="accent2"/>
          </a:solidFill>
          <a:ln/>
        </p:spPr>
      </p:sp>
      <p:sp>
        <p:nvSpPr>
          <p:cNvPr id="15" name="Text 10"/>
          <p:cNvSpPr txBox="1"/>
          <p:nvPr/>
        </p:nvSpPr>
        <p:spPr>
          <a:xfrm>
            <a:off x="6958584" y="406908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</a:t>
            </a:r>
            <a:endParaRPr lang="en-US" sz="1400" dirty="0"/>
          </a:p>
        </p:txBody>
      </p:sp>
      <p:sp>
        <p:nvSpPr>
          <p:cNvPr id="16" name="botao-1"/>
          <p:cNvSpPr/>
          <p:nvPr/>
        </p:nvSpPr>
        <p:spPr>
          <a:xfrm>
            <a:off x="7571232" y="4069080"/>
            <a:ext cx="502920" cy="384048"/>
          </a:xfrm>
          <a:prstGeom prst="roundRect">
            <a:avLst>
              <a:gd name="adj" fmla="val 19048"/>
            </a:avLst>
          </a:prstGeom>
          <a:solidFill>
            <a:schemeClr val="accent2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7571232" y="406908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1400" dirty="0"/>
          </a:p>
        </p:txBody>
      </p:sp>
      <p:sp>
        <p:nvSpPr>
          <p:cNvPr id="18" name="botao-2"/>
          <p:cNvSpPr/>
          <p:nvPr/>
        </p:nvSpPr>
        <p:spPr>
          <a:xfrm>
            <a:off x="8183880" y="4069080"/>
            <a:ext cx="502920" cy="384048"/>
          </a:xfrm>
          <a:prstGeom prst="roundRect">
            <a:avLst>
              <a:gd name="adj" fmla="val 19048"/>
            </a:avLst>
          </a:prstGeom>
          <a:solidFill>
            <a:schemeClr val="accent2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8183880" y="406908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754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Confira e confirme os dados</a:t>
            </a:r>
            <a:endParaRPr lang="en-US" sz="2800" dirty="0"/>
          </a:p>
        </p:txBody>
      </p:sp>
      <p:sp>
        <p:nvSpPr>
          <p:cNvPr id="4" name="kicker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CADASTRAR · PASSO 6</a:t>
            </a:r>
            <a:endParaRPr lang="en-US" sz="1200" dirty="0"/>
          </a:p>
        </p:txBody>
      </p:sp>
      <p:sp>
        <p:nvSpPr>
          <p:cNvPr id="5" name="print-moldura"/>
          <p:cNvSpPr/>
          <p:nvPr/>
        </p:nvSpPr>
        <p:spPr>
          <a:xfrm>
            <a:off x="402336" y="1271016"/>
            <a:ext cx="5230368" cy="2990088"/>
          </a:xfrm>
          <a:prstGeom prst="roundRect">
            <a:avLst>
              <a:gd name="adj" fmla="val 2446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6" name="print" descr="/home/user/Manuais-de-uso/tacografo/prints/09_confirm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25880"/>
            <a:ext cx="5120640" cy="2880360"/>
          </a:xfrm>
          <a:prstGeom prst="rect">
            <a:avLst/>
          </a:prstGeom>
        </p:spPr>
      </p:pic>
      <p:sp>
        <p:nvSpPr>
          <p:cNvPr id="7" name="num-passo"/>
          <p:cNvSpPr/>
          <p:nvPr/>
        </p:nvSpPr>
        <p:spPr>
          <a:xfrm>
            <a:off x="5943600" y="132588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5943600" y="13258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100" dirty="0"/>
          </a:p>
        </p:txBody>
      </p:sp>
      <p:sp>
        <p:nvSpPr>
          <p:cNvPr id="9" name="instrucoes"/>
          <p:cNvSpPr txBox="1"/>
          <p:nvPr/>
        </p:nvSpPr>
        <p:spPr>
          <a:xfrm>
            <a:off x="5943600" y="2057400"/>
            <a:ext cx="27432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 tela mostra o código e a CNH digitados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Confira com atenção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Selecione SIM e pressione OK</a:t>
            </a:r>
            <a:endParaRPr lang="en-US" sz="1500" dirty="0"/>
          </a:p>
        </p:txBody>
      </p:sp>
      <p:sp>
        <p:nvSpPr>
          <p:cNvPr id="10" name="botao-0"/>
          <p:cNvSpPr/>
          <p:nvPr/>
        </p:nvSpPr>
        <p:spPr>
          <a:xfrm>
            <a:off x="5943600" y="3931920"/>
            <a:ext cx="502920" cy="384048"/>
          </a:xfrm>
          <a:prstGeom prst="roundRect">
            <a:avLst>
              <a:gd name="adj" fmla="val 19048"/>
            </a:avLst>
          </a:prstGeom>
          <a:solidFill>
            <a:schemeClr val="accent2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5943600" y="393192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1400" dirty="0"/>
          </a:p>
        </p:txBody>
      </p:sp>
      <p:sp>
        <p:nvSpPr>
          <p:cNvPr id="12" name="botao-1"/>
          <p:cNvSpPr/>
          <p:nvPr/>
        </p:nvSpPr>
        <p:spPr>
          <a:xfrm>
            <a:off x="6556248" y="3931920"/>
            <a:ext cx="502920" cy="384048"/>
          </a:xfrm>
          <a:prstGeom prst="roundRect">
            <a:avLst>
              <a:gd name="adj" fmla="val 19048"/>
            </a:avLst>
          </a:prstGeom>
          <a:solidFill>
            <a:schemeClr val="accent2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6556248" y="393192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754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Motorista cadastrado</a:t>
            </a:r>
            <a:endParaRPr lang="en-US" sz="2800" dirty="0"/>
          </a:p>
        </p:txBody>
      </p:sp>
      <p:sp>
        <p:nvSpPr>
          <p:cNvPr id="4" name="kicker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CADASTRAR · PASSO 7</a:t>
            </a:r>
            <a:endParaRPr lang="en-US" sz="1200" dirty="0"/>
          </a:p>
        </p:txBody>
      </p:sp>
      <p:sp>
        <p:nvSpPr>
          <p:cNvPr id="5" name="print-moldura"/>
          <p:cNvSpPr/>
          <p:nvPr/>
        </p:nvSpPr>
        <p:spPr>
          <a:xfrm>
            <a:off x="402336" y="1271016"/>
            <a:ext cx="5230368" cy="2990088"/>
          </a:xfrm>
          <a:prstGeom prst="roundRect">
            <a:avLst>
              <a:gd name="adj" fmla="val 2446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6" name="print" descr="/home/user/Manuais-de-uso/tacografo/prints/10_cadastrad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25880"/>
            <a:ext cx="5120640" cy="2880360"/>
          </a:xfrm>
          <a:prstGeom prst="rect">
            <a:avLst/>
          </a:prstGeom>
        </p:spPr>
      </p:pic>
      <p:sp>
        <p:nvSpPr>
          <p:cNvPr id="7" name="ok-icone"/>
          <p:cNvSpPr/>
          <p:nvPr/>
        </p:nvSpPr>
        <p:spPr>
          <a:xfrm>
            <a:off x="5943600" y="1325880"/>
            <a:ext cx="566928" cy="566928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5943600" y="13258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5943600" y="20574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 mensagem MOTORISTA CADASTRADO confirma que o motorista já está na lista</a:t>
            </a:r>
            <a:endParaRPr lang="en-US" sz="1600" dirty="0"/>
          </a:p>
        </p:txBody>
      </p:sp>
      <p:sp>
        <p:nvSpPr>
          <p:cNvPr id="10" name="dica-fundo"/>
          <p:cNvSpPr/>
          <p:nvPr/>
        </p:nvSpPr>
        <p:spPr>
          <a:xfrm>
            <a:off x="5943600" y="3383280"/>
            <a:ext cx="2743200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6080760" y="338328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Dica: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Pressione VOLTAR até retornar à tela inicial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12344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1"/>
                </a:solidFill>
              </a:rPr>
              <a:t>PARTE 2</a:t>
            </a:r>
            <a:endParaRPr lang="en-US" sz="14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173736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Conectar o motorista</a:t>
            </a:r>
            <a:endParaRPr lang="en-US" sz="40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548640" y="2788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Antes de iniciar cada viagem</a:t>
            </a:r>
            <a:endParaRPr lang="en-US" sz="2000" dirty="0"/>
          </a:p>
        </p:txBody>
      </p:sp>
      <p:sp>
        <p:nvSpPr>
          <p:cNvPr id="6" name="numero-parte"/>
          <p:cNvSpPr/>
          <p:nvPr/>
        </p:nvSpPr>
        <p:spPr>
          <a:xfrm>
            <a:off x="7498080" y="3566160"/>
            <a:ext cx="1005840" cy="10058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498080" y="356616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7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3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754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Abra o Menu do motorista</a:t>
            </a:r>
            <a:endParaRPr lang="en-US" sz="2800" dirty="0"/>
          </a:p>
        </p:txBody>
      </p:sp>
      <p:sp>
        <p:nvSpPr>
          <p:cNvPr id="4" name="kicker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CONECTAR · PASSO 1</a:t>
            </a:r>
            <a:endParaRPr lang="en-US" sz="1200" dirty="0"/>
          </a:p>
        </p:txBody>
      </p:sp>
      <p:sp>
        <p:nvSpPr>
          <p:cNvPr id="5" name="print-1-moldura"/>
          <p:cNvSpPr/>
          <p:nvPr/>
        </p:nvSpPr>
        <p:spPr>
          <a:xfrm>
            <a:off x="402336" y="1225296"/>
            <a:ext cx="4041648" cy="2322576"/>
          </a:xfrm>
          <a:prstGeom prst="roundRect">
            <a:avLst>
              <a:gd name="adj" fmla="val 3150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6" name="print-1" descr="/home/user/Manuais-de-uso/tacografo/prints/11_inicia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3931920" cy="221284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57200" y="35661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Tela inicial</a:t>
            </a:r>
            <a:endParaRPr lang="en-US" sz="1200" dirty="0"/>
          </a:p>
        </p:txBody>
      </p:sp>
      <p:sp>
        <p:nvSpPr>
          <p:cNvPr id="8" name="print-2-moldura"/>
          <p:cNvSpPr/>
          <p:nvPr/>
        </p:nvSpPr>
        <p:spPr>
          <a:xfrm>
            <a:off x="4700016" y="1225296"/>
            <a:ext cx="4041648" cy="2322576"/>
          </a:xfrm>
          <a:prstGeom prst="roundRect">
            <a:avLst>
              <a:gd name="adj" fmla="val 3150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9" name="print-2" descr="/home/user/Manuais-de-uso/tacografo/prints/12_menu_mo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280160"/>
            <a:ext cx="3931920" cy="2212848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4754880" y="35661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MENU DO MOTORISTA</a:t>
            </a:r>
            <a:endParaRPr lang="en-US" sz="1200" dirty="0"/>
          </a:p>
        </p:txBody>
      </p:sp>
      <p:sp>
        <p:nvSpPr>
          <p:cNvPr id="11" name="num-passo"/>
          <p:cNvSpPr/>
          <p:nvPr/>
        </p:nvSpPr>
        <p:spPr>
          <a:xfrm>
            <a:off x="457200" y="397764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Text 7"/>
          <p:cNvSpPr txBox="1"/>
          <p:nvPr/>
        </p:nvSpPr>
        <p:spPr>
          <a:xfrm>
            <a:off x="457200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900" dirty="0"/>
          </a:p>
        </p:txBody>
      </p:sp>
      <p:sp>
        <p:nvSpPr>
          <p:cNvPr id="13" name="instrucoes"/>
          <p:cNvSpPr txBox="1"/>
          <p:nvPr/>
        </p:nvSpPr>
        <p:spPr>
          <a:xfrm>
            <a:off x="1143000" y="3931920"/>
            <a:ext cx="5394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Na tela inicial, use ▲ ou ▼ até MENU DO MOTORISTA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Pressione OK</a:t>
            </a:r>
            <a:endParaRPr lang="en-US" sz="1400" dirty="0"/>
          </a:p>
        </p:txBody>
      </p:sp>
      <p:sp>
        <p:nvSpPr>
          <p:cNvPr id="14" name="botao-0"/>
          <p:cNvSpPr/>
          <p:nvPr/>
        </p:nvSpPr>
        <p:spPr>
          <a:xfrm>
            <a:off x="6958584" y="4069080"/>
            <a:ext cx="502920" cy="384048"/>
          </a:xfrm>
          <a:prstGeom prst="roundRect">
            <a:avLst>
              <a:gd name="adj" fmla="val 19048"/>
            </a:avLst>
          </a:prstGeom>
          <a:solidFill>
            <a:schemeClr val="accent2"/>
          </a:solidFill>
          <a:ln/>
        </p:spPr>
      </p:sp>
      <p:sp>
        <p:nvSpPr>
          <p:cNvPr id="15" name="Text 10"/>
          <p:cNvSpPr txBox="1"/>
          <p:nvPr/>
        </p:nvSpPr>
        <p:spPr>
          <a:xfrm>
            <a:off x="6958584" y="406908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</a:t>
            </a:r>
            <a:endParaRPr lang="en-US" sz="1400" dirty="0"/>
          </a:p>
        </p:txBody>
      </p:sp>
      <p:sp>
        <p:nvSpPr>
          <p:cNvPr id="16" name="botao-1"/>
          <p:cNvSpPr/>
          <p:nvPr/>
        </p:nvSpPr>
        <p:spPr>
          <a:xfrm>
            <a:off x="7571232" y="4069080"/>
            <a:ext cx="502920" cy="384048"/>
          </a:xfrm>
          <a:prstGeom prst="roundRect">
            <a:avLst>
              <a:gd name="adj" fmla="val 19048"/>
            </a:avLst>
          </a:prstGeom>
          <a:solidFill>
            <a:schemeClr val="accent2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7571232" y="406908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1400" dirty="0"/>
          </a:p>
        </p:txBody>
      </p:sp>
      <p:sp>
        <p:nvSpPr>
          <p:cNvPr id="18" name="botao-2"/>
          <p:cNvSpPr/>
          <p:nvPr/>
        </p:nvSpPr>
        <p:spPr>
          <a:xfrm>
            <a:off x="8183880" y="4069080"/>
            <a:ext cx="502920" cy="384048"/>
          </a:xfrm>
          <a:prstGeom prst="roundRect">
            <a:avLst>
              <a:gd name="adj" fmla="val 19048"/>
            </a:avLst>
          </a:prstGeom>
          <a:solidFill>
            <a:schemeClr val="accent2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8183880" y="406908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754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Selecione Conecte-se</a:t>
            </a:r>
            <a:endParaRPr lang="en-US" sz="2800" dirty="0"/>
          </a:p>
        </p:txBody>
      </p:sp>
      <p:sp>
        <p:nvSpPr>
          <p:cNvPr id="4" name="kicker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CONECTAR · PASSO 2</a:t>
            </a:r>
            <a:endParaRPr lang="en-US" sz="1200" dirty="0"/>
          </a:p>
        </p:txBody>
      </p:sp>
      <p:sp>
        <p:nvSpPr>
          <p:cNvPr id="5" name="print-1-moldura"/>
          <p:cNvSpPr/>
          <p:nvPr/>
        </p:nvSpPr>
        <p:spPr>
          <a:xfrm>
            <a:off x="402336" y="1225296"/>
            <a:ext cx="4041648" cy="2322576"/>
          </a:xfrm>
          <a:prstGeom prst="roundRect">
            <a:avLst>
              <a:gd name="adj" fmla="val 3150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6" name="print-1" descr="/home/user/Manuais-de-uso/tacografo/prints/13_conect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3931920" cy="221284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57200" y="35661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CONECTE-SE: use esta opção</a:t>
            </a:r>
            <a:endParaRPr lang="en-US" sz="1200" dirty="0"/>
          </a:p>
        </p:txBody>
      </p:sp>
      <p:sp>
        <p:nvSpPr>
          <p:cNvPr id="8" name="print-2-moldura"/>
          <p:cNvSpPr/>
          <p:nvPr/>
        </p:nvSpPr>
        <p:spPr>
          <a:xfrm>
            <a:off x="4700016" y="1225296"/>
            <a:ext cx="4041648" cy="2322576"/>
          </a:xfrm>
          <a:prstGeom prst="roundRect">
            <a:avLst>
              <a:gd name="adj" fmla="val 3150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9" name="print-2" descr="/home/user/Manuais-de-uso/tacografo/prints/14_viagem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280160"/>
            <a:ext cx="3931920" cy="2212848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4754880" y="35661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VIAGEM FINALIZADA: não é esta</a:t>
            </a:r>
            <a:endParaRPr lang="en-US" sz="1200" dirty="0"/>
          </a:p>
        </p:txBody>
      </p:sp>
      <p:sp>
        <p:nvSpPr>
          <p:cNvPr id="11" name="num-passo"/>
          <p:cNvSpPr/>
          <p:nvPr/>
        </p:nvSpPr>
        <p:spPr>
          <a:xfrm>
            <a:off x="457200" y="397764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Text 7"/>
          <p:cNvSpPr txBox="1"/>
          <p:nvPr/>
        </p:nvSpPr>
        <p:spPr>
          <a:xfrm>
            <a:off x="457200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900" dirty="0"/>
          </a:p>
        </p:txBody>
      </p:sp>
      <p:sp>
        <p:nvSpPr>
          <p:cNvPr id="13" name="instrucoes"/>
          <p:cNvSpPr txBox="1"/>
          <p:nvPr/>
        </p:nvSpPr>
        <p:spPr>
          <a:xfrm>
            <a:off x="1143000" y="3931920"/>
            <a:ext cx="5394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Use ▲ ou ▼ até CONECTE-SE e pressione OK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Atenção: não confunda com VIAGEM FINALIZADA</a:t>
            </a:r>
            <a:endParaRPr lang="en-US" sz="1400" dirty="0"/>
          </a:p>
        </p:txBody>
      </p:sp>
      <p:sp>
        <p:nvSpPr>
          <p:cNvPr id="14" name="botao-0"/>
          <p:cNvSpPr/>
          <p:nvPr/>
        </p:nvSpPr>
        <p:spPr>
          <a:xfrm>
            <a:off x="6958584" y="4069080"/>
            <a:ext cx="502920" cy="384048"/>
          </a:xfrm>
          <a:prstGeom prst="roundRect">
            <a:avLst>
              <a:gd name="adj" fmla="val 19048"/>
            </a:avLst>
          </a:prstGeom>
          <a:solidFill>
            <a:schemeClr val="accent2"/>
          </a:solidFill>
          <a:ln/>
        </p:spPr>
      </p:sp>
      <p:sp>
        <p:nvSpPr>
          <p:cNvPr id="15" name="Text 10"/>
          <p:cNvSpPr txBox="1"/>
          <p:nvPr/>
        </p:nvSpPr>
        <p:spPr>
          <a:xfrm>
            <a:off x="6958584" y="406908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</a:t>
            </a:r>
            <a:endParaRPr lang="en-US" sz="1400" dirty="0"/>
          </a:p>
        </p:txBody>
      </p:sp>
      <p:sp>
        <p:nvSpPr>
          <p:cNvPr id="16" name="botao-1"/>
          <p:cNvSpPr/>
          <p:nvPr/>
        </p:nvSpPr>
        <p:spPr>
          <a:xfrm>
            <a:off x="7571232" y="4069080"/>
            <a:ext cx="502920" cy="384048"/>
          </a:xfrm>
          <a:prstGeom prst="roundRect">
            <a:avLst>
              <a:gd name="adj" fmla="val 19048"/>
            </a:avLst>
          </a:prstGeom>
          <a:solidFill>
            <a:schemeClr val="accent2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7571232" y="406908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1400" dirty="0"/>
          </a:p>
        </p:txBody>
      </p:sp>
      <p:sp>
        <p:nvSpPr>
          <p:cNvPr id="18" name="botao-2"/>
          <p:cNvSpPr/>
          <p:nvPr/>
        </p:nvSpPr>
        <p:spPr>
          <a:xfrm>
            <a:off x="8183880" y="4069080"/>
            <a:ext cx="502920" cy="384048"/>
          </a:xfrm>
          <a:prstGeom prst="roundRect">
            <a:avLst>
              <a:gd name="adj" fmla="val 19048"/>
            </a:avLst>
          </a:prstGeom>
          <a:solidFill>
            <a:schemeClr val="accent2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8183880" y="406908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754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Escolha Lista de motoristas</a:t>
            </a:r>
            <a:endParaRPr lang="en-US" sz="2800" dirty="0"/>
          </a:p>
        </p:txBody>
      </p:sp>
      <p:sp>
        <p:nvSpPr>
          <p:cNvPr id="4" name="kicker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CONECTAR · PASSO 3</a:t>
            </a:r>
            <a:endParaRPr lang="en-US" sz="1200" dirty="0"/>
          </a:p>
        </p:txBody>
      </p:sp>
      <p:sp>
        <p:nvSpPr>
          <p:cNvPr id="5" name="print-moldura"/>
          <p:cNvSpPr/>
          <p:nvPr/>
        </p:nvSpPr>
        <p:spPr>
          <a:xfrm>
            <a:off x="402336" y="1271016"/>
            <a:ext cx="5230368" cy="2990088"/>
          </a:xfrm>
          <a:prstGeom prst="roundRect">
            <a:avLst>
              <a:gd name="adj" fmla="val 2446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6" name="print" descr="/home/user/Manuais-de-uso/tacografo/prints/15_manual_list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25880"/>
            <a:ext cx="5120640" cy="2880360"/>
          </a:xfrm>
          <a:prstGeom prst="rect">
            <a:avLst/>
          </a:prstGeom>
        </p:spPr>
      </p:pic>
      <p:sp>
        <p:nvSpPr>
          <p:cNvPr id="7" name="num-passo"/>
          <p:cNvSpPr/>
          <p:nvPr/>
        </p:nvSpPr>
        <p:spPr>
          <a:xfrm>
            <a:off x="5943600" y="132588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5943600" y="13258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100" dirty="0"/>
          </a:p>
        </p:txBody>
      </p:sp>
      <p:sp>
        <p:nvSpPr>
          <p:cNvPr id="9" name="instrucoes"/>
          <p:cNvSpPr txBox="1"/>
          <p:nvPr/>
        </p:nvSpPr>
        <p:spPr>
          <a:xfrm>
            <a:off x="5943600" y="2057400"/>
            <a:ext cx="27432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O tacógrafo oferece: 1 MANUAL ou 2 LISTA DE MOTORISTAS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Selecione 2 LISTA DE MOTORISTAS e pressione OK</a:t>
            </a:r>
            <a:endParaRPr lang="en-US" sz="1500" dirty="0"/>
          </a:p>
        </p:txBody>
      </p:sp>
      <p:sp>
        <p:nvSpPr>
          <p:cNvPr id="10" name="botao-0"/>
          <p:cNvSpPr/>
          <p:nvPr/>
        </p:nvSpPr>
        <p:spPr>
          <a:xfrm>
            <a:off x="5943600" y="3931920"/>
            <a:ext cx="502920" cy="384048"/>
          </a:xfrm>
          <a:prstGeom prst="roundRect">
            <a:avLst>
              <a:gd name="adj" fmla="val 19048"/>
            </a:avLst>
          </a:prstGeom>
          <a:solidFill>
            <a:schemeClr val="accent2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5943600" y="393192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1400" dirty="0"/>
          </a:p>
        </p:txBody>
      </p:sp>
      <p:sp>
        <p:nvSpPr>
          <p:cNvPr id="12" name="botao-1"/>
          <p:cNvSpPr/>
          <p:nvPr/>
        </p:nvSpPr>
        <p:spPr>
          <a:xfrm>
            <a:off x="6556248" y="3931920"/>
            <a:ext cx="502920" cy="384048"/>
          </a:xfrm>
          <a:prstGeom prst="roundRect">
            <a:avLst>
              <a:gd name="adj" fmla="val 19048"/>
            </a:avLst>
          </a:prstGeom>
          <a:solidFill>
            <a:schemeClr val="accent2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6556248" y="393192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754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Selecione o seu código</a:t>
            </a:r>
            <a:endParaRPr lang="en-US" sz="2800" dirty="0"/>
          </a:p>
        </p:txBody>
      </p:sp>
      <p:sp>
        <p:nvSpPr>
          <p:cNvPr id="4" name="kicker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CONECTAR · PASSO 4</a:t>
            </a:r>
            <a:endParaRPr lang="en-US" sz="1200" dirty="0"/>
          </a:p>
        </p:txBody>
      </p:sp>
      <p:sp>
        <p:nvSpPr>
          <p:cNvPr id="5" name="print-1-moldura"/>
          <p:cNvSpPr/>
          <p:nvPr/>
        </p:nvSpPr>
        <p:spPr>
          <a:xfrm>
            <a:off x="402336" y="1225296"/>
            <a:ext cx="4041648" cy="2322576"/>
          </a:xfrm>
          <a:prstGeom prst="roundRect">
            <a:avLst>
              <a:gd name="adj" fmla="val 3150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6" name="print-1" descr="/home/user/Manuais-de-uso/tacografo/prints/16_lista0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3931920" cy="221284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57200" y="35661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Lista: 01, 02...</a:t>
            </a:r>
            <a:endParaRPr lang="en-US" sz="1200" dirty="0"/>
          </a:p>
        </p:txBody>
      </p:sp>
      <p:sp>
        <p:nvSpPr>
          <p:cNvPr id="8" name="print-2-moldura"/>
          <p:cNvSpPr/>
          <p:nvPr/>
        </p:nvSpPr>
        <p:spPr>
          <a:xfrm>
            <a:off x="4700016" y="1225296"/>
            <a:ext cx="4041648" cy="2322576"/>
          </a:xfrm>
          <a:prstGeom prst="roundRect">
            <a:avLst>
              <a:gd name="adj" fmla="val 3150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9" name="print-2" descr="/home/user/Manuais-de-uso/tacografo/prints/17_lista0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280160"/>
            <a:ext cx="3931920" cy="2212848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4754880" y="35661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Destaque sobre o motorista</a:t>
            </a:r>
            <a:endParaRPr lang="en-US" sz="1200" dirty="0"/>
          </a:p>
        </p:txBody>
      </p:sp>
      <p:sp>
        <p:nvSpPr>
          <p:cNvPr id="11" name="num-passo"/>
          <p:cNvSpPr/>
          <p:nvPr/>
        </p:nvSpPr>
        <p:spPr>
          <a:xfrm>
            <a:off x="457200" y="397764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Text 7"/>
          <p:cNvSpPr txBox="1"/>
          <p:nvPr/>
        </p:nvSpPr>
        <p:spPr>
          <a:xfrm>
            <a:off x="457200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900" dirty="0"/>
          </a:p>
        </p:txBody>
      </p:sp>
      <p:sp>
        <p:nvSpPr>
          <p:cNvPr id="13" name="instrucoes"/>
          <p:cNvSpPr txBox="1"/>
          <p:nvPr/>
        </p:nvSpPr>
        <p:spPr>
          <a:xfrm>
            <a:off x="1143000" y="3931920"/>
            <a:ext cx="5394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Aparecem os motoristas cadastrados (01, 02...)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Use ▲ ou ▼ até destacar o seu código e pressione OK</a:t>
            </a:r>
            <a:endParaRPr lang="en-US" sz="1400" dirty="0"/>
          </a:p>
        </p:txBody>
      </p:sp>
      <p:sp>
        <p:nvSpPr>
          <p:cNvPr id="14" name="botao-0"/>
          <p:cNvSpPr/>
          <p:nvPr/>
        </p:nvSpPr>
        <p:spPr>
          <a:xfrm>
            <a:off x="6958584" y="4069080"/>
            <a:ext cx="502920" cy="384048"/>
          </a:xfrm>
          <a:prstGeom prst="roundRect">
            <a:avLst>
              <a:gd name="adj" fmla="val 19048"/>
            </a:avLst>
          </a:prstGeom>
          <a:solidFill>
            <a:schemeClr val="accent2"/>
          </a:solidFill>
          <a:ln/>
        </p:spPr>
      </p:sp>
      <p:sp>
        <p:nvSpPr>
          <p:cNvPr id="15" name="Text 10"/>
          <p:cNvSpPr txBox="1"/>
          <p:nvPr/>
        </p:nvSpPr>
        <p:spPr>
          <a:xfrm>
            <a:off x="6958584" y="406908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</a:t>
            </a:r>
            <a:endParaRPr lang="en-US" sz="1400" dirty="0"/>
          </a:p>
        </p:txBody>
      </p:sp>
      <p:sp>
        <p:nvSpPr>
          <p:cNvPr id="16" name="botao-1"/>
          <p:cNvSpPr/>
          <p:nvPr/>
        </p:nvSpPr>
        <p:spPr>
          <a:xfrm>
            <a:off x="7571232" y="4069080"/>
            <a:ext cx="502920" cy="384048"/>
          </a:xfrm>
          <a:prstGeom prst="roundRect">
            <a:avLst>
              <a:gd name="adj" fmla="val 19048"/>
            </a:avLst>
          </a:prstGeom>
          <a:solidFill>
            <a:schemeClr val="accent2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7571232" y="406908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1400" dirty="0"/>
          </a:p>
        </p:txBody>
      </p:sp>
      <p:sp>
        <p:nvSpPr>
          <p:cNvPr id="18" name="botao-2"/>
          <p:cNvSpPr/>
          <p:nvPr/>
        </p:nvSpPr>
        <p:spPr>
          <a:xfrm>
            <a:off x="8183880" y="4069080"/>
            <a:ext cx="502920" cy="384048"/>
          </a:xfrm>
          <a:prstGeom prst="roundRect">
            <a:avLst>
              <a:gd name="adj" fmla="val 19048"/>
            </a:avLst>
          </a:prstGeom>
          <a:solidFill>
            <a:schemeClr val="accent2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8183880" y="406908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754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Confirme a conexão</a:t>
            </a:r>
            <a:endParaRPr lang="en-US" sz="2800" dirty="0"/>
          </a:p>
        </p:txBody>
      </p:sp>
      <p:sp>
        <p:nvSpPr>
          <p:cNvPr id="4" name="kicker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CONECTAR · PASSO 5</a:t>
            </a:r>
            <a:endParaRPr lang="en-US" sz="1200" dirty="0"/>
          </a:p>
        </p:txBody>
      </p:sp>
      <p:sp>
        <p:nvSpPr>
          <p:cNvPr id="5" name="print-1-moldura"/>
          <p:cNvSpPr/>
          <p:nvPr/>
        </p:nvSpPr>
        <p:spPr>
          <a:xfrm>
            <a:off x="402336" y="1225296"/>
            <a:ext cx="4041648" cy="2322576"/>
          </a:xfrm>
          <a:prstGeom prst="roundRect">
            <a:avLst>
              <a:gd name="adj" fmla="val 3150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6" name="print-1" descr="/home/user/Manuais-de-uso/tacografo/prints/18_confirma_co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3931920" cy="221284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57200" y="35661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Confirmação: selecione SIM</a:t>
            </a:r>
            <a:endParaRPr lang="en-US" sz="1200" dirty="0"/>
          </a:p>
        </p:txBody>
      </p:sp>
      <p:sp>
        <p:nvSpPr>
          <p:cNvPr id="8" name="print-2-moldura"/>
          <p:cNvSpPr/>
          <p:nvPr/>
        </p:nvSpPr>
        <p:spPr>
          <a:xfrm>
            <a:off x="4700016" y="1225296"/>
            <a:ext cx="4041648" cy="2322576"/>
          </a:xfrm>
          <a:prstGeom prst="roundRect">
            <a:avLst>
              <a:gd name="adj" fmla="val 3150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9" name="print-2" descr="/home/user/Manuais-de-uso/tacografo/prints/19_conectado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280160"/>
            <a:ext cx="3931920" cy="2212848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4754880" y="35661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Código aparece na tela inicial</a:t>
            </a:r>
            <a:endParaRPr lang="en-US" sz="1200" dirty="0"/>
          </a:p>
        </p:txBody>
      </p:sp>
      <p:sp>
        <p:nvSpPr>
          <p:cNvPr id="11" name="num-passo"/>
          <p:cNvSpPr/>
          <p:nvPr/>
        </p:nvSpPr>
        <p:spPr>
          <a:xfrm>
            <a:off x="457200" y="397764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Text 7"/>
          <p:cNvSpPr txBox="1"/>
          <p:nvPr/>
        </p:nvSpPr>
        <p:spPr>
          <a:xfrm>
            <a:off x="457200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900" dirty="0"/>
          </a:p>
        </p:txBody>
      </p:sp>
      <p:sp>
        <p:nvSpPr>
          <p:cNvPr id="13" name="instrucoes"/>
          <p:cNvSpPr txBox="1"/>
          <p:nvPr/>
        </p:nvSpPr>
        <p:spPr>
          <a:xfrm>
            <a:off x="1143000" y="3931920"/>
            <a:ext cx="5394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Confira o código e a CNH, selecione SIM e pressione OK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Na tela inicial, o seu código aparece no canto direito</a:t>
            </a:r>
            <a:endParaRPr lang="en-US" sz="1400" dirty="0"/>
          </a:p>
        </p:txBody>
      </p:sp>
      <p:sp>
        <p:nvSpPr>
          <p:cNvPr id="14" name="botao-0"/>
          <p:cNvSpPr/>
          <p:nvPr/>
        </p:nvSpPr>
        <p:spPr>
          <a:xfrm>
            <a:off x="7571232" y="4069080"/>
            <a:ext cx="502920" cy="384048"/>
          </a:xfrm>
          <a:prstGeom prst="roundRect">
            <a:avLst>
              <a:gd name="adj" fmla="val 19048"/>
            </a:avLst>
          </a:prstGeom>
          <a:solidFill>
            <a:schemeClr val="accent2"/>
          </a:solidFill>
          <a:ln/>
        </p:spPr>
      </p:sp>
      <p:sp>
        <p:nvSpPr>
          <p:cNvPr id="15" name="Text 10"/>
          <p:cNvSpPr txBox="1"/>
          <p:nvPr/>
        </p:nvSpPr>
        <p:spPr>
          <a:xfrm>
            <a:off x="7571232" y="406908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1400" dirty="0"/>
          </a:p>
        </p:txBody>
      </p:sp>
      <p:sp>
        <p:nvSpPr>
          <p:cNvPr id="16" name="botao-1"/>
          <p:cNvSpPr/>
          <p:nvPr/>
        </p:nvSpPr>
        <p:spPr>
          <a:xfrm>
            <a:off x="8183880" y="4069080"/>
            <a:ext cx="502920" cy="384048"/>
          </a:xfrm>
          <a:prstGeom prst="roundRect">
            <a:avLst>
              <a:gd name="adj" fmla="val 19048"/>
            </a:avLst>
          </a:prstGeom>
          <a:solidFill>
            <a:schemeClr val="accent2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8183880" y="406908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12344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1"/>
                </a:solidFill>
              </a:rPr>
              <a:t>PARTE 3</a:t>
            </a:r>
            <a:endParaRPr lang="en-US" sz="14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173736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Desconectar o motorista</a:t>
            </a:r>
            <a:endParaRPr lang="en-US" sz="40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548640" y="2788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Ao final da jornada</a:t>
            </a:r>
            <a:endParaRPr lang="en-US" sz="2000" dirty="0"/>
          </a:p>
        </p:txBody>
      </p:sp>
      <p:sp>
        <p:nvSpPr>
          <p:cNvPr id="6" name="numero-parte"/>
          <p:cNvSpPr/>
          <p:nvPr/>
        </p:nvSpPr>
        <p:spPr>
          <a:xfrm>
            <a:off x="7498080" y="3566160"/>
            <a:ext cx="1005840" cy="10058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498080" y="356616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7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37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754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Desconecte em três toques</a:t>
            </a:r>
            <a:endParaRPr lang="en-US" sz="2800" dirty="0"/>
          </a:p>
        </p:txBody>
      </p:sp>
      <p:sp>
        <p:nvSpPr>
          <p:cNvPr id="4" name="kicker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DESCONECTAR</a:t>
            </a:r>
            <a:endParaRPr lang="en-US" sz="1200" dirty="0"/>
          </a:p>
        </p:txBody>
      </p:sp>
      <p:sp>
        <p:nvSpPr>
          <p:cNvPr id="5" name="print-1-moldura"/>
          <p:cNvSpPr/>
          <p:nvPr/>
        </p:nvSpPr>
        <p:spPr>
          <a:xfrm>
            <a:off x="402336" y="1271016"/>
            <a:ext cx="2670048" cy="1549908"/>
          </a:xfrm>
          <a:prstGeom prst="roundRect">
            <a:avLst>
              <a:gd name="adj" fmla="val 4720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6" name="print-1" descr="/home/user/Manuais-de-uso/tacografo/prints/20_menu_mot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25880"/>
            <a:ext cx="2560320" cy="14401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57200" y="292608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1. Abra o MENU DO MOTORISTA e pressione OK</a:t>
            </a:r>
            <a:endParaRPr lang="en-US" sz="1400" dirty="0"/>
          </a:p>
        </p:txBody>
      </p:sp>
      <p:sp>
        <p:nvSpPr>
          <p:cNvPr id="8" name="print-2-moldura"/>
          <p:cNvSpPr/>
          <p:nvPr/>
        </p:nvSpPr>
        <p:spPr>
          <a:xfrm>
            <a:off x="3236976" y="1271016"/>
            <a:ext cx="2670048" cy="1549908"/>
          </a:xfrm>
          <a:prstGeom prst="roundRect">
            <a:avLst>
              <a:gd name="adj" fmla="val 4720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9" name="print-2" descr="/home/user/Manuais-de-uso/tacografo/prints/21_desconectar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0" y="1325880"/>
            <a:ext cx="2560320" cy="144018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3291840" y="292608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2. DESCONECTAR MOTORISTA? Selecione SIM e pressione OK</a:t>
            </a:r>
            <a:endParaRPr lang="en-US" sz="1400" dirty="0"/>
          </a:p>
        </p:txBody>
      </p:sp>
      <p:sp>
        <p:nvSpPr>
          <p:cNvPr id="11" name="print-3-moldura"/>
          <p:cNvSpPr/>
          <p:nvPr/>
        </p:nvSpPr>
        <p:spPr>
          <a:xfrm>
            <a:off x="6071616" y="1271016"/>
            <a:ext cx="2670048" cy="1549908"/>
          </a:xfrm>
          <a:prstGeom prst="roundRect">
            <a:avLst>
              <a:gd name="adj" fmla="val 4720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12" name="print-3" descr="/home/user/Manuais-de-uso/tacografo/prints/22_desconectado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325880"/>
            <a:ext cx="2560320" cy="144018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6126480" y="292608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3. Aparece MOTORISTA DESCONECTADO</a:t>
            </a:r>
            <a:endParaRPr lang="en-US" sz="1400" dirty="0"/>
          </a:p>
        </p:txBody>
      </p:sp>
      <p:sp>
        <p:nvSpPr>
          <p:cNvPr id="14" name="dica-fundo"/>
          <p:cNvSpPr/>
          <p:nvPr/>
        </p:nvSpPr>
        <p:spPr>
          <a:xfrm>
            <a:off x="457200" y="3931920"/>
            <a:ext cx="8229600" cy="640080"/>
          </a:xfrm>
          <a:prstGeom prst="roundRect">
            <a:avLst>
              <a:gd name="adj" fmla="val 11429"/>
            </a:avLst>
          </a:prstGeom>
          <a:solidFill>
            <a:schemeClr val="accent6"/>
          </a:solidFill>
          <a:ln/>
        </p:spPr>
      </p:sp>
      <p:sp>
        <p:nvSpPr>
          <p:cNvPr id="15" name="Text 9"/>
          <p:cNvSpPr txBox="1"/>
          <p:nvPr/>
        </p:nvSpPr>
        <p:spPr>
          <a:xfrm>
            <a:off x="640080" y="393192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Pronto: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jornada foi encerrada e o tacógrafo não tem mais motorista conectado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754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Resumo rápido</a:t>
            </a:r>
            <a:endParaRPr lang="en-US" sz="2800" dirty="0"/>
          </a:p>
        </p:txBody>
      </p:sp>
      <p:sp>
        <p:nvSpPr>
          <p:cNvPr id="4" name="kicker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ENCERRAMENTO</a:t>
            </a:r>
            <a:endParaRPr lang="en-US" sz="1200" dirty="0"/>
          </a:p>
        </p:txBody>
      </p:sp>
      <p:sp>
        <p:nvSpPr>
          <p:cNvPr id="5" name="resumo-0"/>
          <p:cNvSpPr/>
          <p:nvPr/>
        </p:nvSpPr>
        <p:spPr>
          <a:xfrm>
            <a:off x="457200" y="1280160"/>
            <a:ext cx="2560320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</p:spPr>
      </p:sp>
      <p:sp>
        <p:nvSpPr>
          <p:cNvPr id="6" name="resumo-num-0"/>
          <p:cNvSpPr/>
          <p:nvPr/>
        </p:nvSpPr>
        <p:spPr>
          <a:xfrm>
            <a:off x="640080" y="1417320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40080" y="14173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188720" y="141732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Cadastrar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1965960"/>
            <a:ext cx="22402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chemeClr val="tx1"/>
                </a:solidFill>
              </a:rPr>
              <a:t>Gerenciamento da lista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chemeClr val="tx1"/>
                </a:solidFill>
              </a:rPr>
              <a:t>Cadastrar código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chemeClr val="tx1"/>
                </a:solidFill>
              </a:rPr>
              <a:t>Código + CNH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chemeClr val="tx1"/>
                </a:solidFill>
              </a:rPr>
              <a:t>Confirmar SIM</a:t>
            </a:r>
            <a:endParaRPr lang="en-US" sz="1300" dirty="0"/>
          </a:p>
        </p:txBody>
      </p:sp>
      <p:sp>
        <p:nvSpPr>
          <p:cNvPr id="10" name="resumo-1"/>
          <p:cNvSpPr/>
          <p:nvPr/>
        </p:nvSpPr>
        <p:spPr>
          <a:xfrm>
            <a:off x="3291840" y="1280160"/>
            <a:ext cx="2560320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</p:spPr>
      </p:sp>
      <p:sp>
        <p:nvSpPr>
          <p:cNvPr id="11" name="resumo-num-1"/>
          <p:cNvSpPr/>
          <p:nvPr/>
        </p:nvSpPr>
        <p:spPr>
          <a:xfrm>
            <a:off x="3474720" y="1417320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3474720" y="14173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4023360" y="141732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Conectar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3474720" y="1965960"/>
            <a:ext cx="22402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chemeClr val="tx1"/>
                </a:solidFill>
              </a:rPr>
              <a:t>Menu do motorista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chemeClr val="tx1"/>
                </a:solidFill>
              </a:rPr>
              <a:t>Conecte-se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chemeClr val="tx1"/>
                </a:solidFill>
              </a:rPr>
              <a:t>Lista de motoristas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chemeClr val="tx1"/>
                </a:solidFill>
              </a:rPr>
              <a:t>Escolher código e SIM</a:t>
            </a:r>
            <a:endParaRPr lang="en-US" sz="1300" dirty="0"/>
          </a:p>
        </p:txBody>
      </p:sp>
      <p:sp>
        <p:nvSpPr>
          <p:cNvPr id="15" name="resumo-2"/>
          <p:cNvSpPr/>
          <p:nvPr/>
        </p:nvSpPr>
        <p:spPr>
          <a:xfrm>
            <a:off x="6126480" y="1280160"/>
            <a:ext cx="2560320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</p:spPr>
      </p:sp>
      <p:sp>
        <p:nvSpPr>
          <p:cNvPr id="16" name="resumo-num-2"/>
          <p:cNvSpPr/>
          <p:nvPr/>
        </p:nvSpPr>
        <p:spPr>
          <a:xfrm>
            <a:off x="6309360" y="1417320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309360" y="14173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858000" y="141732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Desconectar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6309360" y="1965960"/>
            <a:ext cx="22402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chemeClr val="tx1"/>
                </a:solidFill>
              </a:rPr>
              <a:t>Menu do motorista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chemeClr val="tx1"/>
                </a:solidFill>
              </a:rPr>
              <a:t>Desconectar motorista?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chemeClr val="tx1"/>
                </a:solidFill>
              </a:rPr>
              <a:t>Confirmar SIM</a:t>
            </a:r>
            <a:endParaRPr lang="en-US" sz="1300" dirty="0"/>
          </a:p>
        </p:txBody>
      </p:sp>
      <p:sp>
        <p:nvSpPr>
          <p:cNvPr id="20" name="dicas-fundo"/>
          <p:cNvSpPr/>
          <p:nvPr/>
        </p:nvSpPr>
        <p:spPr>
          <a:xfrm>
            <a:off x="457200" y="3749040"/>
            <a:ext cx="8229600" cy="777240"/>
          </a:xfrm>
          <a:prstGeom prst="roundRect">
            <a:avLst>
              <a:gd name="adj" fmla="val 9412"/>
            </a:avLst>
          </a:prstGeom>
          <a:solidFill>
            <a:schemeClr val="accent6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640080" y="374904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Lembre-se: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Faça os procedimentos com o veículo parado  •  Sempre confira o código na tela inicial antes de sair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acografo">
  <a:themeElements>
    <a:clrScheme name="Tacografo">
      <a:dk1>
        <a:srgbClr val="1F2933"/>
      </a:dk1>
      <a:lt1>
        <a:srgbClr val="FFFFFF"/>
      </a:lt1>
      <a:dk2>
        <a:srgbClr val="16191D"/>
      </a:dk2>
      <a:lt2>
        <a:srgbClr val="F2F3F5"/>
      </a:lt2>
      <a:accent1>
        <a:srgbClr val="E8A33D"/>
      </a:accent1>
      <a:accent2>
        <a:srgbClr val="2B3138"/>
      </a:accent2>
      <a:accent3>
        <a:srgbClr val="3BA776"/>
      </a:accent3>
      <a:accent4>
        <a:srgbClr val="C94B3B"/>
      </a:accent4>
      <a:accent5>
        <a:srgbClr val="8A94A0"/>
      </a:accent5>
      <a:accent6>
        <a:srgbClr val="FCEFD9"/>
      </a:accent6>
      <a:hlink>
        <a:srgbClr val="B5711A"/>
      </a:hlink>
      <a:folHlink>
        <a:srgbClr val="8A94A0"/>
      </a:folHlink>
    </a:clrScheme>
    <a:fontScheme name="Tacografo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Tacógrafo Digital: cadastrar, conectar e desconectar o motorista</dc:title>
  <dc:subject>PptxGenJS Presentation</dc:subject>
  <dc:creator>PptxGenJS</dc:creator>
  <cp:lastModifiedBy>PptxGenJS</cp:lastModifiedBy>
  <cp:revision>1</cp:revision>
  <dcterms:created xsi:type="dcterms:W3CDTF">2026-10-06T14:06:45Z</dcterms:created>
  <dcterms:modified xsi:type="dcterms:W3CDTF">2026-10-06T14:06:45Z</dcterms:modified>
</cp:coreProperties>
</file>