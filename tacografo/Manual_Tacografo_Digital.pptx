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eb1ce2af-af2d-1460-a6ff-f3a66076ef85}">
          <p14:sldIdLst>
            <p14:sldId id="256"/>
            <p14:sldId id="257"/>
            <p14:sldId id="258"/>
          </p14:sldIdLst>
        </p14:section>
        <p14:section name="Parte 1 · Cadastrar" id="{822eaf0a-2b9d-e4d8-c452-ebf0dfba563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e 2 · Conectar" id="{0c43a0e5-a222-a51c-da00-a4f81b073a54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e 3 · Desconectar" id="{e03ea8a8-8334-1b63-05d2-31ac52a8c37e}">
          <p14:sldIdLst>
            <p14:sldId id="273"/>
            <p14:sldId id="274"/>
          </p14:sldIdLst>
        </p14:section>
        <p14:section name="Encerramento" id="{b1314031-6513-263e-361b-c5981351c44e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Neste manual, você vai aprender, passo a passo, a usar o tacógrafo digital do veículo para cadastrar um novo motorista, conectar o motorista antes de iniciar a viagem e desconectar ao final da jornada. É rápido e simples.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conheça o painel. Na tela inicial aparecem a velocidade do veículo, a data e a hora, o odômetro e, no canto direito, o código do motorista conectado. Abaixo da tela ficam quatro botões. O botão Voltar retorna à tela anterior. As setas para cima e para baixo navegam pelos menus e alteram os números. E o botão OK confirma a opção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manual está dividido em três partes. Primeiro, como cadastrar um novo motorista na lista do tacógrafo, informando o código e a habilitação. Depois, como conectar o motorista antes de iniciar a viagem. E, por fim, como desconectar o motorista ao final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um: cadastrar um novo motorista. Esse procedimento é feito apenas uma vez para cada motorista que vai utilizar o veículo.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veículo parado, a partir da tela inicial, use as setas até aparecer a opção Gerenciamento da lista de motorista. Em seguida, pressione OK para entrar.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desse menu existem duas opções: Remover código do motorista, que exclui alguém da lista, e Cadastrar código do motorista, que inclui um novo motorista. Use as setas até a opção Cadastrar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vai perguntar se deseja gravar a informação do motorista no B V D R. Selecione a opção Sim, usando a seta para baixo, e confirme com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digite o código do motorista. Use as setas para escolher o número de cada dígito e pressione OK para passar para o próximo. Repita até completar o código. No exemplo, o código utilizado foi nove nove nove nove nove.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sequência, aparece a tela Digite a habilitação do motorista. Informe o número da C N H usando o mesmo método: as setas escolhem o número e o OK avança para o próximo dígito, até preencher o campo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mostra o código e o número da C N H digitados. Confira com atenção. Se estiver tudo certo, selecione Sim e pressione OK. Se houver algum erro, escolha Não e digite novamente.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Pronto! A mensagem Motorista cadastrado confirma que o novo motorista já faz parte da lista do tacógrafo. Pressione Voltar até retornar à tela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dois: conectar o motorista. Faça isso sempre antes de iniciar a viagem, para que o tacógrafo registre a jornada no nome correto.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encontrar a opção Menu do motorista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Menu do motorista, navegue até a opção Conecte-se e pressione OK. Atenção para não confundir com a opção Viagem finalizada, que aparece logo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oferece duas formas de identificação: Manual ou Lista de motoristas. Selecione a opção dois, Lista de motoristas,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Aparece a lista com todos os motoristas cadastrados no veículo. Use as setas até destacar o seu código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Confira o código e a C N H, selecione Sim e pressione OK. De volta à tela inicial, observe que o seu código agora aparece no canto direito. Isso indica que você está conectado e pronto para iniciar a viagem.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três: desconectar o motorista, ao final da jornada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o Menu do motorista e pressione OK. O tacógrafo pergunta: Desconectar motorista? Selecione Sim e pressione OK. A mensagem Motorista desconectado confirma que a sua jornada foi encerrada.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Recapitulando: para cadastrar, acesse Gerenciamento da lista, escolha Cadastrar, informe o código e a C N H e confirme. Para conectar, vá ao Menu do motorista, escolha Conecte-se, depois Lista de motoristas, selecione o seu código e confirme. Para desconectar, vá ao Menu do motorista e confirme a desconexão. Lembre-se: faça tudo com o veículo parado e sempre confira o seu código na tela inicial antes de sair. Boa viagem!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1.png"/><Relationship Id="rId3" Type="http://schemas.openxmlformats.org/officeDocument/2006/relationships/image" Target="../media/image-1003-3.png"/><Relationship Id="rId4" Type="http://schemas.openxmlformats.org/officeDocument/2006/relationships/image" Target="../media/CONTEUDO-image-4.jpeg"/><Relationship Id="rId5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1.png"/><Relationship Id="rId3" Type="http://schemas.openxmlformats.org/officeDocument/2006/relationships/image" Target="../media/image-1004-3.png"/><Relationship Id="rId4" Type="http://schemas.openxmlformats.org/officeDocument/2006/relationships/image" Target="../media/image-1004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9318" y="989381"/>
            <a:ext cx="4812487" cy="5584241"/>
          </a:xfrm>
          <a:prstGeom prst="rect">
            <a:avLst/>
          </a:prstGeom>
        </p:spPr>
      </p:pic>
      <p:pic>
        <p:nvPicPr>
          <p:cNvPr id="3" name="Image 1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71800" y="-1371600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989" y="4240073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logos_toliman_dinamo_azu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73098" y="3193085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91" y="-306324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encerramento_dinamo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270" y="1929384"/>
            <a:ext cx="6200546" cy="1285646"/>
          </a:xfrm>
          <a:prstGeom prst="rect">
            <a:avLst/>
          </a:prstGeom>
        </p:spPr>
      </p:pic>
      <p:pic>
        <p:nvPicPr>
          <p:cNvPr id="5" name="Image 3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981" y="4390034"/>
            <a:ext cx="2136038" cy="44257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MANUAL DE USO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Tacógrafo Digital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Como cadastrar, conectar e desconectar o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Conheça o painel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5" name="tela-inicial-moldura"/>
          <p:cNvSpPr/>
          <p:nvPr/>
        </p:nvSpPr>
        <p:spPr>
          <a:xfrm>
            <a:off x="502920" y="1673352"/>
            <a:ext cx="4297680" cy="2459736"/>
          </a:xfrm>
          <a:prstGeom prst="roundRect">
            <a:avLst>
              <a:gd name="adj" fmla="val 297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tela-inicial" descr="/home/user/Manuais-de-uso/tacografo/telas/0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206240" cy="23682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12064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TELA INICIAL</a:t>
            </a:r>
            <a:endParaRPr lang="en-US" sz="1100" dirty="0"/>
          </a:p>
        </p:txBody>
      </p:sp>
      <p:sp>
        <p:nvSpPr>
          <p:cNvPr id="8" name="campos"/>
          <p:cNvSpPr txBox="1"/>
          <p:nvPr/>
        </p:nvSpPr>
        <p:spPr>
          <a:xfrm>
            <a:off x="5120640" y="199339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000 km/h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Velocidade atual do veículo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Data e hora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Relógio do equipamento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Odômetro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Quilometragem total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Código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Motorista conectado no momento</a:t>
            </a:r>
            <a:endParaRPr lang="en-US" sz="1200" dirty="0"/>
          </a:p>
        </p:txBody>
      </p:sp>
      <p:sp>
        <p:nvSpPr>
          <p:cNvPr id="9" name="botao-0"/>
          <p:cNvSpPr/>
          <p:nvPr/>
        </p:nvSpPr>
        <p:spPr>
          <a:xfrm>
            <a:off x="5486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Volta à tela anterior</a:t>
            </a:r>
            <a:endParaRPr lang="en-US" sz="1000" dirty="0"/>
          </a:p>
        </p:txBody>
      </p:sp>
      <p:sp>
        <p:nvSpPr>
          <p:cNvPr id="12" name="botao-1"/>
          <p:cNvSpPr/>
          <p:nvPr/>
        </p:nvSpPr>
        <p:spPr>
          <a:xfrm>
            <a:off x="30632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0632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 ▼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Navegam pelos menus e alteram dígitos</a:t>
            </a:r>
            <a:endParaRPr lang="en-US" sz="1000" dirty="0"/>
          </a:p>
        </p:txBody>
      </p:sp>
      <p:sp>
        <p:nvSpPr>
          <p:cNvPr id="15" name="botao-2"/>
          <p:cNvSpPr/>
          <p:nvPr/>
        </p:nvSpPr>
        <p:spPr>
          <a:xfrm>
            <a:off x="55778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5778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 a opção ou avança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 que você vai aprender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cartao-1"/>
          <p:cNvSpPr/>
          <p:nvPr/>
        </p:nvSpPr>
        <p:spPr>
          <a:xfrm>
            <a:off x="54864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num-1"/>
          <p:cNvSpPr/>
          <p:nvPr/>
        </p:nvSpPr>
        <p:spPr>
          <a:xfrm>
            <a:off x="777240" y="19385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Incluir um novo motorista na lista do tacógrafo, com código e CNH</a:t>
            </a:r>
            <a:endParaRPr lang="en-US" sz="1200" dirty="0"/>
          </a:p>
        </p:txBody>
      </p:sp>
      <p:sp>
        <p:nvSpPr>
          <p:cNvPr id="10" name="cartao-2"/>
          <p:cNvSpPr/>
          <p:nvPr/>
        </p:nvSpPr>
        <p:spPr>
          <a:xfrm>
            <a:off x="315468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num-2"/>
          <p:cNvSpPr/>
          <p:nvPr/>
        </p:nvSpPr>
        <p:spPr>
          <a:xfrm>
            <a:off x="3383280" y="19385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8328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Identificar o motorista antes de iniciar a viagem</a:t>
            </a:r>
            <a:endParaRPr lang="en-US" sz="1200" dirty="0"/>
          </a:p>
        </p:txBody>
      </p:sp>
      <p:sp>
        <p:nvSpPr>
          <p:cNvPr id="15" name="cartao-3"/>
          <p:cNvSpPr/>
          <p:nvPr/>
        </p:nvSpPr>
        <p:spPr>
          <a:xfrm>
            <a:off x="576072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num-3"/>
          <p:cNvSpPr/>
          <p:nvPr/>
        </p:nvSpPr>
        <p:spPr>
          <a:xfrm>
            <a:off x="5989320" y="19385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893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Encerrar a identificação ao final da jornada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um novo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Feito uma única vez para cada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Acesse o gerenciamento da lista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1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2_gerenciamen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 o veículo parado, na tela inicial, use ▲ ou ▼ até aparecer GERENCIAMENTO DA LISTA DE MOTORISTA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entrar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Cadastrar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3_rem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Remover: exclui um motorista da lista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4_cadastr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Cadastrar: inclui um novo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Dentro do menu há duas opções: REMOVER e CADASTRAR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CADASTRAR CÓDIGO DO MOTORISTA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Grave a informação no BVDR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5_bvd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pergunta: GRAVAR INFORMAÇÃO DO MOTORISTA NO BVDR?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com ▼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4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6_cod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para escolher o número de cada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passar ao próximo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Repita até completar o código (no exemplo, 99999)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número da CNH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7_cnh_vaz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Campo da CNH vazio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8_cn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CNH preenchida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DIGITE A HABILITAÇÃO DO MOTORISTA, informe o número da CNH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Mesmo método: ▲ ▼ escolhem o número e OK avança o dígito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Confira e confirme os dados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6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9_confir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tela mostra o código e a CNH digitados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com atenção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Motorista cadastrado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7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0_cadastr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ok-icone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mensagem MOTORISTA CADASTRADO confirma que o motorista já está na lista</a:t>
            </a:r>
            <a:endParaRPr lang="en-US" sz="1400" dirty="0"/>
          </a:p>
        </p:txBody>
      </p:sp>
      <p:sp>
        <p:nvSpPr>
          <p:cNvPr id="10" name="dica-fundo"/>
          <p:cNvSpPr/>
          <p:nvPr/>
        </p:nvSpPr>
        <p:spPr>
          <a:xfrm>
            <a:off x="5577840" y="3520440"/>
            <a:ext cx="2514600" cy="795528"/>
          </a:xfrm>
          <a:prstGeom prst="roundRect">
            <a:avLst>
              <a:gd name="adj" fmla="val 9195"/>
            </a:avLst>
          </a:prstGeom>
          <a:solidFill>
            <a:schemeClr val="accent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3520440"/>
            <a:ext cx="22860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Dica: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VOLTAR até retornar à tela inicial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2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Antes de iniciar cada viagem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Abra o Menu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1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Tela inicial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2_menu_m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use ▲ ou ▼ até MENU DO MOTORISTA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Conecte-se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3_conec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CONECTE-SE: use esta opção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4_vi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VIAGEM FINALIZADA: não é esta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CONECTE-SE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Atenção: não confunda com VIAGEM FINALIZADA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Lista de motoristas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5_manual_lis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oferece: 1 MANUAL ou 2 LISTA DE MOTORISTAS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2 LISTA DE MOTORISTAS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o seu código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4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6_lista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Lista: 01, 02...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7_lista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Destaque sobre 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Aparecem os motoristas cadastrados (01, 02...)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destacar o seu código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Confirme a conexão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8_confirma_c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Confirmação: selecione SIM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9_conecta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aparece na tela inicial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5422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o código e a CNH, selecione SIM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o seu código aparece no canto direito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Ao final da jornada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Desconecte em três toques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20_menu_mo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2423160" cy="1362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1. Abra o MENU DO MOTORISTA e pressione OK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315468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21_desconec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719072"/>
            <a:ext cx="2423160" cy="13624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20040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2. DESCONECTAR MOTORISTA? Selecione SIM e pressione OK</a:t>
            </a:r>
            <a:endParaRPr lang="en-US" sz="1200" dirty="0"/>
          </a:p>
        </p:txBody>
      </p:sp>
      <p:sp>
        <p:nvSpPr>
          <p:cNvPr id="11" name="print-3-moldura"/>
          <p:cNvSpPr/>
          <p:nvPr/>
        </p:nvSpPr>
        <p:spPr>
          <a:xfrm>
            <a:off x="580644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12" name="print-3" descr="/home/user/Manuais-de-uso/tacografo/telas/22_desconectad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19072"/>
            <a:ext cx="2423160" cy="13624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85216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3. Aparece MOTORISTA DESCONECTADO</a:t>
            </a:r>
            <a:endParaRPr lang="en-US" sz="1200" dirty="0"/>
          </a:p>
        </p:txBody>
      </p:sp>
      <p:sp>
        <p:nvSpPr>
          <p:cNvPr id="14" name="dica-fundo"/>
          <p:cNvSpPr/>
          <p:nvPr/>
        </p:nvSpPr>
        <p:spPr>
          <a:xfrm>
            <a:off x="548640" y="4023360"/>
            <a:ext cx="74066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731520" y="40233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Pronto: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jornada foi encerrada e o tacógrafo não tem mais motorista conectado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Resumo rápido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5" name="resumo-0"/>
          <p:cNvSpPr/>
          <p:nvPr/>
        </p:nvSpPr>
        <p:spPr>
          <a:xfrm>
            <a:off x="54864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resumo-num-0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Gerenciamento da lista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 código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+ CNH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10" name="resumo-1"/>
          <p:cNvSpPr/>
          <p:nvPr/>
        </p:nvSpPr>
        <p:spPr>
          <a:xfrm>
            <a:off x="315468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resumo-num-1"/>
          <p:cNvSpPr/>
          <p:nvPr/>
        </p:nvSpPr>
        <p:spPr>
          <a:xfrm>
            <a:off x="333756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 de motoristas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Escolher código e SIM</a:t>
            </a:r>
            <a:endParaRPr lang="en-US" sz="1100" dirty="0"/>
          </a:p>
        </p:txBody>
      </p:sp>
      <p:sp>
        <p:nvSpPr>
          <p:cNvPr id="15" name="resumo-2"/>
          <p:cNvSpPr/>
          <p:nvPr/>
        </p:nvSpPr>
        <p:spPr>
          <a:xfrm>
            <a:off x="576072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resumo-num-2"/>
          <p:cNvSpPr/>
          <p:nvPr/>
        </p:nvSpPr>
        <p:spPr>
          <a:xfrm>
            <a:off x="5943600" y="18288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Desconectar motorista?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20" name="dicas-fundo"/>
          <p:cNvSpPr/>
          <p:nvPr/>
        </p:nvSpPr>
        <p:spPr>
          <a:xfrm>
            <a:off x="548640" y="3840480"/>
            <a:ext cx="74066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1520" y="3840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Lembre-se: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Faça os procedimentos com o veículo parado  •  Sempre confira o código na tela inicial antes de sair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Grupo Dinamo">
  <a:themeElements>
    <a:clrScheme name="Grupo Dinamo">
      <a:dk1>
        <a:srgbClr val="1A2643"/>
      </a:dk1>
      <a:lt1>
        <a:srgbClr val="FFFFFF"/>
      </a:lt1>
      <a:dk2>
        <a:srgbClr val="1A2643"/>
      </a:dk2>
      <a:lt2>
        <a:srgbClr val="F4F1F6"/>
      </a:lt2>
      <a:accent1>
        <a:srgbClr val="D94864"/>
      </a:accent1>
      <a:accent2>
        <a:srgbClr val="F1D08A"/>
      </a:accent2>
      <a:accent3>
        <a:srgbClr val="AA80AE"/>
      </a:accent3>
      <a:accent4>
        <a:srgbClr val="1A2643"/>
      </a:accent4>
      <a:accent5>
        <a:srgbClr val="6B7390"/>
      </a:accent5>
      <a:accent6>
        <a:srgbClr val="FBF1DA"/>
      </a:accent6>
      <a:hlink>
        <a:srgbClr val="D94864"/>
      </a:hlink>
      <a:folHlink>
        <a:srgbClr val="AA80AE"/>
      </a:folHlink>
    </a:clrScheme>
    <a:fontScheme name="Grupo Dinamo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Grupo Dínamo / Tóliman Transportes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Tacógrafo Digital: cadastrar, conectar e desconectar o motorista</dc:title>
  <dc:subject>PptxGenJS Presentation</dc:subject>
  <dc:creator>PptxGenJS</dc:creator>
  <cp:lastModifiedBy>PptxGenJS</cp:lastModifiedBy>
  <cp:revision>1</cp:revision>
  <dcterms:created xsi:type="dcterms:W3CDTF">2026-10-06T14:29:54Z</dcterms:created>
  <dcterms:modified xsi:type="dcterms:W3CDTF">2026-10-06T14:29:54Z</dcterms:modified>
</cp:coreProperties>
</file>