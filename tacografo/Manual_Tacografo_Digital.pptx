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be8ed9cb-beb9-09e9-b759-8a2a3e80449f}">
          <p14:sldIdLst>
            <p14:sldId id="256"/>
            <p14:sldId id="257"/>
            <p14:sldId id="258"/>
          </p14:sldIdLst>
        </p14:section>
        <p14:section name="Parte 1 · Cadastrar" id="{4ecc1a41-5fe5-d8a6-546b-134d9e0f9fe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arte 2 · Conectar" id="{1d1456c0-6034-3e5b-1f9f-57c8cc89ea08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rte 3 · Desconectar" id="{dc496df6-0a9b-1c3b-45c2-75fbd5b3525b}">
          <p14:sldIdLst>
            <p14:sldId id="273"/>
            <p14:sldId id="274"/>
          </p14:sldIdLst>
        </p14:section>
        <p14:section name="Encerramento" id="{ad30cbf2-e0f2-4c42-6b56-be9bb43f6755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Neste manual, você vai aprender, passo a passo, a usar o tacógrafo digital do veículo para cadastrar um novo motorista, conectar o motorista antes de iniciar a viagem e desconectar ao final da jornada. É rápido e simples. Vamos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conheça o painel. Na tela inicial aparecem a velocidade do veículo, a data e a hora, o odômetro e, no canto direito, o código do motorista conectado. Abaixo da tela ficam quatro botões. O botão Voltar retorna à tela anterior. As setas para cima e para baixo navegam pelos menus e alteram os números. E o botão OK confirma a opção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manual está dividido em três partes. Primeiro, como cadastrar um novo motorista na lista do tacógrafo, informando o código e a habilitação. Depois, como conectar o motorista antes de iniciar a viagem. E, por fim, como desconectar o motorista ao final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um: cadastrar um novo motorista. Esse procedimento é feito apenas uma vez para cada motorista que vai utilizar o veículo.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veículo parado, a partir da tela inicial, use as setas até aparecer a opção Gerenciamento da lista de motorista. Em seguida, pressione OK para entrar.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desse menu existem duas opções: Remover código do motorista, que exclui alguém da lista, e Cadastrar código do motorista, que inclui um novo motorista. Use as setas até a opção Cadastrar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vai perguntar se deseja gravar a informação do motorista no BVDR. Escolha a resposta com as setas, de acordo com a orientação da sua empresa, e confirme com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digite o código do motorista. Use as setas para escolher o número de cada dígito e pressione OK para passar para o próximo. Repita até completar o código. No exemplo, o código utilizado foi nove nove nove nove nove.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sequência, aparece a tela Digite a habilitação do motorista. Informe o número da CNH usando o mesmo método: as setas escolhem o número e o OK avança para o próximo dígito, até preencher o campo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mostra o código e o número da CNH digitados. Confira com atenção. Se estiver tudo certo, selecione Sim e pressione OK. Se houver algum erro, escolha Não e digite novamente.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Pronto! A mensagem Motorista cadastrado confirma que o novo motorista já faz parte da lista do tacógrafo. Pressione Voltar até retornar à tela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dois: conectar o motorista. Faça isso sempre antes de iniciar a viagem, para que o tacógrafo registre a jornada no nome correto.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encontrar a opção Menu do motorista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do Menu do motorista, navegue até a opção Conecte-se e pressione OK. Atenção para não confundir com a opção Viagem finalizada, que aparece logo ao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tacógrafo oferece duas formas de identificação: Manual ou Lista de motoristas. Selecione a opção dois, Lista de motoristas,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Aparece a lista com todos os motoristas cadastrados no veículo. Use as setas até destacar o seu código e pressione 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Confira o código e a CNH, selecione Sim e pressione OK. De volta à tela inicial, observe que o seu código agora aparece no canto direito. Isso indica que você está conectado e pronto para iniciar a viagem.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três: desconectar o motorista, ao final da jornada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inicial, use as setas até o Menu do motorista e pressione OK. O tacógrafo pergunta: Desconectar motorista? Selecione Sim e pressione OK. A mensagem Motorista desconectado confirma que a sua jornada foi encerrada.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Recapitulando: para cadastrar, acesse Gerenciamento da lista, escolha Cadastrar, informe o código e a CNH e confirme. Para conectar, vá ao Menu do motorista, escolha Conecte-se, depois Lista de motoristas, selecione o seu código e confirme. Para desconectar, vá ao Menu do motorista e confirme a desconexão. Lembre-se: faça tudo com o veículo parado e sempre confira o seu código na tela inicial antes de sair. Boa viagem!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1.png"/><Relationship Id="rId3" Type="http://schemas.openxmlformats.org/officeDocument/2006/relationships/image" Target="../media/image-1003-3.png"/><Relationship Id="rId4" Type="http://schemas.openxmlformats.org/officeDocument/2006/relationships/image" Target="../media/CONTEUDO-image-4.jpeg"/><Relationship Id="rId5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1.png"/><Relationship Id="rId3" Type="http://schemas.openxmlformats.org/officeDocument/2006/relationships/image" Target="../media/image-1004-3.png"/><Relationship Id="rId4" Type="http://schemas.openxmlformats.org/officeDocument/2006/relationships/image" Target="../media/image-1004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9318" y="989381"/>
            <a:ext cx="4812487" cy="5584241"/>
          </a:xfrm>
          <a:prstGeom prst="rect">
            <a:avLst/>
          </a:prstGeom>
        </p:spPr>
      </p:pic>
      <p:pic>
        <p:nvPicPr>
          <p:cNvPr id="3" name="Image 1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971800" y="-1371600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9989" y="4240073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logos_toliman_dinamo_azu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706" y="354787"/>
            <a:ext cx="2403958" cy="498348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uais-de-uso/tacografo/modelo/deco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73098" y="3193085"/>
            <a:ext cx="4184294" cy="2836469"/>
          </a:xfrm>
          <a:prstGeom prst="rect">
            <a:avLst/>
          </a:prstGeom>
        </p:spPr>
      </p:pic>
      <p:pic>
        <p:nvPicPr>
          <p:cNvPr id="3" name="Image 1" descr="/home/user/Manuais-de-uso/tacografo/modelo/decor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491" y="-306324"/>
            <a:ext cx="3486607" cy="2363724"/>
          </a:xfrm>
          <a:prstGeom prst="rect">
            <a:avLst/>
          </a:prstGeom>
        </p:spPr>
      </p:pic>
      <p:pic>
        <p:nvPicPr>
          <p:cNvPr id="4" name="Image 2" descr="/home/user/Manuais-de-uso/tacografo/modelo/encerramento_dinamo_branc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270" y="1929384"/>
            <a:ext cx="6200546" cy="1285646"/>
          </a:xfrm>
          <a:prstGeom prst="rect">
            <a:avLst/>
          </a:prstGeom>
        </p:spPr>
      </p:pic>
      <p:pic>
        <p:nvPicPr>
          <p:cNvPr id="5" name="Image 3" descr="/home/user/Manuais-de-uso/tacografo/modelo/logos_toliman_dinamo_bran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981" y="4390034"/>
            <a:ext cx="2136038" cy="44257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MANUAL DE USO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Tacógrafo Digital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Como cadastrar, conectar e desconectar o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Conheça o painel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5" name="tela-inicial-moldura"/>
          <p:cNvSpPr/>
          <p:nvPr/>
        </p:nvSpPr>
        <p:spPr>
          <a:xfrm>
            <a:off x="502920" y="1673352"/>
            <a:ext cx="4297680" cy="2459736"/>
          </a:xfrm>
          <a:prstGeom prst="roundRect">
            <a:avLst>
              <a:gd name="adj" fmla="val 2974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tela-inicial" descr="/home/user/Manuais-de-uso/tacografo/prints/0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206240" cy="23682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12064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TELA INICIAL</a:t>
            </a:r>
            <a:endParaRPr lang="en-US" sz="1100" dirty="0"/>
          </a:p>
        </p:txBody>
      </p:sp>
      <p:sp>
        <p:nvSpPr>
          <p:cNvPr id="8" name="campos"/>
          <p:cNvSpPr txBox="1"/>
          <p:nvPr/>
        </p:nvSpPr>
        <p:spPr>
          <a:xfrm>
            <a:off x="5120640" y="1993392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000 km/h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Velocidade atual do veículo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Data e hora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Relógio do equipamento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Odômetro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Quilometragem total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94864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Código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2643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Motorista conectado no momento</a:t>
            </a:r>
            <a:endParaRPr lang="en-US" sz="1200" dirty="0"/>
          </a:p>
        </p:txBody>
      </p:sp>
      <p:sp>
        <p:nvSpPr>
          <p:cNvPr id="9" name="botao-0"/>
          <p:cNvSpPr/>
          <p:nvPr/>
        </p:nvSpPr>
        <p:spPr>
          <a:xfrm>
            <a:off x="5486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VOLTAR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5087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Volta à tela anterior</a:t>
            </a:r>
            <a:endParaRPr lang="en-US" sz="1000" dirty="0"/>
          </a:p>
        </p:txBody>
      </p:sp>
      <p:sp>
        <p:nvSpPr>
          <p:cNvPr id="12" name="botao-1"/>
          <p:cNvSpPr/>
          <p:nvPr/>
        </p:nvSpPr>
        <p:spPr>
          <a:xfrm>
            <a:off x="30632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0632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 ▼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Navegam pelos menus e alteram dígitos</a:t>
            </a:r>
            <a:endParaRPr lang="en-US" sz="1000" dirty="0"/>
          </a:p>
        </p:txBody>
      </p:sp>
      <p:sp>
        <p:nvSpPr>
          <p:cNvPr id="15" name="botao-2"/>
          <p:cNvSpPr/>
          <p:nvPr/>
        </p:nvSpPr>
        <p:spPr>
          <a:xfrm>
            <a:off x="5577840" y="4279392"/>
            <a:ext cx="86868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577840" y="42793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537960" y="42062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 a opção ou avança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 que você vai aprender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VISÃO GERAL</a:t>
            </a:r>
            <a:endParaRPr lang="en-US" sz="1100" dirty="0"/>
          </a:p>
        </p:txBody>
      </p:sp>
      <p:sp>
        <p:nvSpPr>
          <p:cNvPr id="5" name="cartao-1"/>
          <p:cNvSpPr/>
          <p:nvPr/>
        </p:nvSpPr>
        <p:spPr>
          <a:xfrm>
            <a:off x="54864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num-1"/>
          <p:cNvSpPr/>
          <p:nvPr/>
        </p:nvSpPr>
        <p:spPr>
          <a:xfrm>
            <a:off x="777240" y="19385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Incluir um novo motorista na lista do tacógrafo, com código e CNH</a:t>
            </a:r>
            <a:endParaRPr lang="en-US" sz="1200" dirty="0"/>
          </a:p>
        </p:txBody>
      </p:sp>
      <p:sp>
        <p:nvSpPr>
          <p:cNvPr id="10" name="cartao-2"/>
          <p:cNvSpPr/>
          <p:nvPr/>
        </p:nvSpPr>
        <p:spPr>
          <a:xfrm>
            <a:off x="315468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num-2"/>
          <p:cNvSpPr/>
          <p:nvPr/>
        </p:nvSpPr>
        <p:spPr>
          <a:xfrm>
            <a:off x="3383280" y="1938528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8328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Identificar o motorista antes de iniciar a viagem</a:t>
            </a:r>
            <a:endParaRPr lang="en-US" sz="1200" dirty="0"/>
          </a:p>
        </p:txBody>
      </p:sp>
      <p:sp>
        <p:nvSpPr>
          <p:cNvPr id="15" name="cartao-3"/>
          <p:cNvSpPr/>
          <p:nvPr/>
        </p:nvSpPr>
        <p:spPr>
          <a:xfrm>
            <a:off x="5760720" y="1737360"/>
            <a:ext cx="2377440" cy="269748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num-3"/>
          <p:cNvSpPr/>
          <p:nvPr/>
        </p:nvSpPr>
        <p:spPr>
          <a:xfrm>
            <a:off x="5989320" y="193852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89320" y="1938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98932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89320" y="315468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Encerrar a identificação ao final da jornada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um novo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Feito uma única vez para cada motorista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Acesse o gerenciamento da lista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1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prints/02_gerenciamen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Com o veículo parado, na tela inicial, use ▲ ou ▼ até aparecer GERENCIAMENTO DA LISTA DE MOTORISTA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entrar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Cadastrar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prints/03_rem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Remover: exclui um motorista da lista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prints/04_cadastr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Cadastrar: inclui um novo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Dentro do menu há duas opções: REMOVER e CADASTRAR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CADASTRAR CÓDIGO DO MOTORISTA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Gravar informação no BVDR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prints/05_bvd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pergunta: GRAVAR INFORMAÇÃO DO MOTORISTA NO BVDR?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Escolha NÃO ou SIM com ▲ ou ▼, conforme a orientação da empresa,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código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4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prints/06_codi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para escolher o número de cada dígito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 para passar ao próximo dígito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Repita até completar o código (no exemplo, 99999)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4" name="botao-2"/>
          <p:cNvSpPr/>
          <p:nvPr/>
        </p:nvSpPr>
        <p:spPr>
          <a:xfrm>
            <a:off x="6803136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803136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Digite o número da CNH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prints/07_cnh_vaz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Campo da CNH vazio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prints/08_cn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CNH preenchida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DIGITE A HABILITAÇÃO DO MOTORISTA, informe o número da CNH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Mesmo método: ▲ ▼ escolhem o número e OK avança o dígito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Confira e confirme os dados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6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prints/09_confirm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6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tela mostra o código e a CNH digitados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com atenção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SIM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Motorista cadastrado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 · PASSO 7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prints/10_cadastr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ok-icone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23774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mensagem MOTORISTA CADASTRADO confirma que o motorista já está na lista</a:t>
            </a:r>
            <a:endParaRPr lang="en-US" sz="1400" dirty="0"/>
          </a:p>
        </p:txBody>
      </p:sp>
      <p:sp>
        <p:nvSpPr>
          <p:cNvPr id="10" name="dica-fundo"/>
          <p:cNvSpPr/>
          <p:nvPr/>
        </p:nvSpPr>
        <p:spPr>
          <a:xfrm>
            <a:off x="5577840" y="3520440"/>
            <a:ext cx="2514600" cy="795528"/>
          </a:xfrm>
          <a:prstGeom prst="roundRect">
            <a:avLst>
              <a:gd name="adj" fmla="val 9195"/>
            </a:avLst>
          </a:prstGeom>
          <a:solidFill>
            <a:schemeClr val="accent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3520440"/>
            <a:ext cx="22860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Dica: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VOLTAR até retornar à tela inicial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2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Antes de iniciar cada viagem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Abra o Menu do motorista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1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prints/11_inic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Tela inicial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prints/12_menu_mo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use ▲ ou ▼ até MENU DO MOTORISTA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Conecte-se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2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prints/13_conec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CONECTE-SE: use esta opção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prints/14_viag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VIAGEM FINALIZADA: não é esta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CONECTE-SE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Atenção: não confunda com VIAGEM FINALIZADA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Escolha Lista de motoristas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3</a:t>
            </a:r>
            <a:endParaRPr lang="en-US" sz="1100" dirty="0"/>
          </a:p>
        </p:txBody>
      </p:sp>
      <p:sp>
        <p:nvSpPr>
          <p:cNvPr id="5" name="print-moldura"/>
          <p:cNvSpPr/>
          <p:nvPr/>
        </p:nvSpPr>
        <p:spPr>
          <a:xfrm>
            <a:off x="502920" y="1673352"/>
            <a:ext cx="4709160" cy="2688336"/>
          </a:xfrm>
          <a:prstGeom prst="roundRect">
            <a:avLst>
              <a:gd name="adj" fmla="val 272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" descr="/home/user/Manuais-de-uso/tacografo/prints/15_manual_lis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4617720" cy="2596896"/>
          </a:xfrm>
          <a:prstGeom prst="rect">
            <a:avLst/>
          </a:prstGeom>
        </p:spPr>
      </p:pic>
      <p:sp>
        <p:nvSpPr>
          <p:cNvPr id="7" name="num-passo"/>
          <p:cNvSpPr/>
          <p:nvPr/>
        </p:nvSpPr>
        <p:spPr>
          <a:xfrm>
            <a:off x="5577840" y="1719072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577840" y="17190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700" dirty="0"/>
          </a:p>
        </p:txBody>
      </p:sp>
      <p:sp>
        <p:nvSpPr>
          <p:cNvPr id="9" name="instrucoes"/>
          <p:cNvSpPr txBox="1"/>
          <p:nvPr/>
        </p:nvSpPr>
        <p:spPr>
          <a:xfrm>
            <a:off x="5577840" y="23774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 tacógrafo oferece: 1 MANUAL ou 2 LISTA DE MOTORISTAS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Selecione 2 LISTA DE MOTORISTAS e pressione OK</a:t>
            </a:r>
            <a:endParaRPr lang="en-US" sz="1300" dirty="0"/>
          </a:p>
        </p:txBody>
      </p:sp>
      <p:sp>
        <p:nvSpPr>
          <p:cNvPr id="10" name="botao-0"/>
          <p:cNvSpPr/>
          <p:nvPr/>
        </p:nvSpPr>
        <p:spPr>
          <a:xfrm>
            <a:off x="5577840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577840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botao-1"/>
          <p:cNvSpPr/>
          <p:nvPr/>
        </p:nvSpPr>
        <p:spPr>
          <a:xfrm>
            <a:off x="6190488" y="4087368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90488" y="40873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Selecione o seu código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4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prints/16_lista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Lista: 01, 02...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prints/17_lista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Destaque sobre o motorista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Aparecem os motoristas cadastrados (01, 02...)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Use ▲ ou ▼ até destacar o seu código e pressione OK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227064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227064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8" name="botao-2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Confirme a conexão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 · PASSO 5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prints/18_confirma_c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566160" cy="20025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Confirmação: selecione SIM</a:t>
            </a:r>
            <a:endParaRPr lang="en-US" sz="1000" dirty="0"/>
          </a:p>
        </p:txBody>
      </p:sp>
      <p:sp>
        <p:nvSpPr>
          <p:cNvPr id="8" name="print-2-moldura"/>
          <p:cNvSpPr/>
          <p:nvPr/>
        </p:nvSpPr>
        <p:spPr>
          <a:xfrm>
            <a:off x="4343400" y="1673352"/>
            <a:ext cx="3657600" cy="2093976"/>
          </a:xfrm>
          <a:prstGeom prst="roundRect">
            <a:avLst>
              <a:gd name="adj" fmla="val 349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prints/19_conectad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3566160" cy="200253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389120" y="37764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aparece na tela inicial</a:t>
            </a:r>
            <a:endParaRPr lang="en-US" sz="1000" dirty="0"/>
          </a:p>
        </p:txBody>
      </p:sp>
      <p:sp>
        <p:nvSpPr>
          <p:cNvPr id="11" name="num-passo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instrucoes"/>
          <p:cNvSpPr txBox="1"/>
          <p:nvPr/>
        </p:nvSpPr>
        <p:spPr>
          <a:xfrm>
            <a:off x="1143000" y="4087368"/>
            <a:ext cx="5422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Confira o código e a CNH, selecione SIM e pressione OK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Na tela inicial, o seu código aparece no canto direito</a:t>
            </a:r>
            <a:endParaRPr lang="en-US" sz="1100" dirty="0"/>
          </a:p>
        </p:txBody>
      </p:sp>
      <p:sp>
        <p:nvSpPr>
          <p:cNvPr id="14" name="botao-0"/>
          <p:cNvSpPr/>
          <p:nvPr/>
        </p:nvSpPr>
        <p:spPr>
          <a:xfrm>
            <a:off x="6839712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6839712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300" dirty="0"/>
          </a:p>
        </p:txBody>
      </p:sp>
      <p:sp>
        <p:nvSpPr>
          <p:cNvPr id="16" name="botao-1"/>
          <p:cNvSpPr/>
          <p:nvPr/>
        </p:nvSpPr>
        <p:spPr>
          <a:xfrm>
            <a:off x="7452360" y="4206240"/>
            <a:ext cx="502920" cy="36576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45236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73913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PARTE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73913" y="169164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 o motorista</a:t>
            </a:r>
            <a:endParaRPr lang="en-US" sz="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73913" y="28346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Ao final da jornada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Desconecte em três toques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100" dirty="0"/>
          </a:p>
        </p:txBody>
      </p:sp>
      <p:sp>
        <p:nvSpPr>
          <p:cNvPr id="5" name="print-1-moldura"/>
          <p:cNvSpPr/>
          <p:nvPr/>
        </p:nvSpPr>
        <p:spPr>
          <a:xfrm>
            <a:off x="50292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6" name="print-1" descr="/home/user/Manuais-de-uso/tacografo/prints/20_menu_mot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2423160" cy="13624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1. Abra o MENU DO MOTORISTA e pressione OK</a:t>
            </a:r>
            <a:endParaRPr lang="en-US" sz="1200" dirty="0"/>
          </a:p>
        </p:txBody>
      </p:sp>
      <p:sp>
        <p:nvSpPr>
          <p:cNvPr id="8" name="print-2-moldura"/>
          <p:cNvSpPr/>
          <p:nvPr/>
        </p:nvSpPr>
        <p:spPr>
          <a:xfrm>
            <a:off x="315468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9" name="print-2" descr="/home/user/Manuais-de-uso/tacografo/prints/21_desconec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719072"/>
            <a:ext cx="2423160" cy="136245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20040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2. DESCONECTAR MOTORISTA? Selecione SIM e pressione OK</a:t>
            </a:r>
            <a:endParaRPr lang="en-US" sz="1200" dirty="0"/>
          </a:p>
        </p:txBody>
      </p:sp>
      <p:sp>
        <p:nvSpPr>
          <p:cNvPr id="11" name="print-3-moldura"/>
          <p:cNvSpPr/>
          <p:nvPr/>
        </p:nvSpPr>
        <p:spPr>
          <a:xfrm>
            <a:off x="5806440" y="1673352"/>
            <a:ext cx="2514600" cy="1453896"/>
          </a:xfrm>
          <a:prstGeom prst="roundRect">
            <a:avLst>
              <a:gd name="adj" fmla="val 50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1A2643">
                <a:alpha val="25000"/>
              </a:srgbClr>
            </a:outerShdw>
          </a:effectLst>
        </p:spPr>
      </p:sp>
      <p:pic>
        <p:nvPicPr>
          <p:cNvPr id="12" name="print-3" descr="/home/user/Manuais-de-uso/tacografo/prints/22_desconectad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19072"/>
            <a:ext cx="2423160" cy="13624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852160" y="32004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3. Aparece MOTORISTA DESCONECTADO</a:t>
            </a:r>
            <a:endParaRPr lang="en-US" sz="1200" dirty="0"/>
          </a:p>
        </p:txBody>
      </p:sp>
      <p:sp>
        <p:nvSpPr>
          <p:cNvPr id="14" name="dica-fundo"/>
          <p:cNvSpPr/>
          <p:nvPr/>
        </p:nvSpPr>
        <p:spPr>
          <a:xfrm>
            <a:off x="548640" y="4023360"/>
            <a:ext cx="74066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731520" y="402336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Pronto: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 jornada foi encerrada e o tacógrafo não tem mais motorista conectado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10972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Resumo rápido</a:t>
            </a:r>
            <a:endParaRPr lang="en-US" sz="2400" dirty="0"/>
          </a:p>
        </p:txBody>
      </p:sp>
      <p:sp>
        <p:nvSpPr>
          <p:cNvPr id="4" name="kicker"/>
          <p:cNvSpPr txBox="1"/>
          <p:nvPr/>
        </p:nvSpPr>
        <p:spPr>
          <a:xfrm>
            <a:off x="548640" y="850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5" name="resumo-0"/>
          <p:cNvSpPr/>
          <p:nvPr/>
        </p:nvSpPr>
        <p:spPr>
          <a:xfrm>
            <a:off x="54864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6" name="resumo-num-0"/>
          <p:cNvSpPr/>
          <p:nvPr/>
        </p:nvSpPr>
        <p:spPr>
          <a:xfrm>
            <a:off x="731520" y="18288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Cadastrar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Gerenciamento da lista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Cadastrar código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Código + CNH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10" name="resumo-1"/>
          <p:cNvSpPr/>
          <p:nvPr/>
        </p:nvSpPr>
        <p:spPr>
          <a:xfrm>
            <a:off x="315468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1" name="resumo-num-1"/>
          <p:cNvSpPr/>
          <p:nvPr/>
        </p:nvSpPr>
        <p:spPr>
          <a:xfrm>
            <a:off x="3337560" y="18288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Conectar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Conecte-se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Lista de motoristas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Escolher código e SIM</a:t>
            </a:r>
            <a:endParaRPr lang="en-US" sz="1100" dirty="0"/>
          </a:p>
        </p:txBody>
      </p:sp>
      <p:sp>
        <p:nvSpPr>
          <p:cNvPr id="15" name="resumo-2"/>
          <p:cNvSpPr/>
          <p:nvPr/>
        </p:nvSpPr>
        <p:spPr>
          <a:xfrm>
            <a:off x="5760720" y="1719072"/>
            <a:ext cx="2377440" cy="1984248"/>
          </a:xfrm>
          <a:prstGeom prst="roundRect">
            <a:avLst>
              <a:gd name="adj" fmla="val 5530"/>
            </a:avLst>
          </a:prstGeom>
          <a:solidFill>
            <a:schemeClr val="bg1"/>
          </a:solidFill>
          <a:ln w="12700">
            <a:solidFill>
              <a:srgbClr val="F4F1F6"/>
            </a:solidFill>
            <a:prstDash val="solid"/>
          </a:ln>
          <a:effectLst>
            <a:outerShdw sx="100000" sy="100000" kx="0" ky="0" algn="bl" rotWithShape="0" blurRad="101600" dist="25400" dir="5400000">
              <a:srgbClr val="1A2643">
                <a:alpha val="12000"/>
              </a:srgbClr>
            </a:outerShdw>
          </a:effectLst>
        </p:spPr>
      </p:sp>
      <p:sp>
        <p:nvSpPr>
          <p:cNvPr id="16" name="resumo-num-2"/>
          <p:cNvSpPr/>
          <p:nvPr/>
        </p:nvSpPr>
        <p:spPr>
          <a:xfrm>
            <a:off x="5943600" y="1828800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18288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Desconectar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2331720"/>
            <a:ext cx="21031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Menu do motorista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Desconectar motorista?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Confirmar SIM</a:t>
            </a:r>
            <a:endParaRPr lang="en-US" sz="1100" dirty="0"/>
          </a:p>
        </p:txBody>
      </p:sp>
      <p:sp>
        <p:nvSpPr>
          <p:cNvPr id="20" name="dicas-fundo"/>
          <p:cNvSpPr/>
          <p:nvPr/>
        </p:nvSpPr>
        <p:spPr>
          <a:xfrm>
            <a:off x="548640" y="3840480"/>
            <a:ext cx="74066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31520" y="3840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Lembre-se: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Faça os procedimentos com o veículo parado  •  Sempre confira o código na tela inicial antes de sair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390"/>
                </a:solidFill>
                <a:latin typeface="Montserrat Medium"/>
                <a:ea typeface="Montserrat Medium"/>
                <a:cs typeface="Montserrat Medium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Grupo Dinamo">
  <a:themeElements>
    <a:clrScheme name="Grupo Dinamo">
      <a:dk1>
        <a:srgbClr val="1A2643"/>
      </a:dk1>
      <a:lt1>
        <a:srgbClr val="FFFFFF"/>
      </a:lt1>
      <a:dk2>
        <a:srgbClr val="1A2643"/>
      </a:dk2>
      <a:lt2>
        <a:srgbClr val="F4F1F6"/>
      </a:lt2>
      <a:accent1>
        <a:srgbClr val="D94864"/>
      </a:accent1>
      <a:accent2>
        <a:srgbClr val="F1D08A"/>
      </a:accent2>
      <a:accent3>
        <a:srgbClr val="AA80AE"/>
      </a:accent3>
      <a:accent4>
        <a:srgbClr val="1A2643"/>
      </a:accent4>
      <a:accent5>
        <a:srgbClr val="6B7390"/>
      </a:accent5>
      <a:accent6>
        <a:srgbClr val="FBF1DA"/>
      </a:accent6>
      <a:hlink>
        <a:srgbClr val="D94864"/>
      </a:hlink>
      <a:folHlink>
        <a:srgbClr val="AA80AE"/>
      </a:folHlink>
    </a:clrScheme>
    <a:fontScheme name="Grupo Dinamo">
      <a:majorFont>
        <a:latin typeface="Montserrat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 Medium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Grupo Dínamo / Tóliman Transportes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Tacógrafo Digital: cadastrar, conectar e desconectar o motorista</dc:title>
  <dc:subject>PptxGenJS Presentation</dc:subject>
  <dc:creator>PptxGenJS</dc:creator>
  <cp:lastModifiedBy>PptxGenJS</cp:lastModifiedBy>
  <cp:revision>1</cp:revision>
  <dcterms:created xsi:type="dcterms:W3CDTF">2026-10-06T14:13:18Z</dcterms:created>
  <dcterms:modified xsi:type="dcterms:W3CDTF">2026-10-06T14:13:18Z</dcterms:modified>
</cp:coreProperties>
</file>